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Default ContentType="image/jpeg" Extension="jpg"/>
  <Default ContentType="image/png" Extension="pn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pn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/ppt/media/image11.png" Type="http://schemas.openxmlformats.org/officeDocument/2006/relationships/image"/><Relationship Id="rId12" Target="/ppt/media/image12.png" Type="http://schemas.openxmlformats.org/officeDocument/2006/relationships/image"/><Relationship Id="rId13" Target="/ppt/media/image13.png" Type="http://schemas.openxmlformats.org/officeDocument/2006/relationships/image"/><Relationship Id="rId14" Target="/ppt/media/image14.jpg" Type="http://schemas.openxmlformats.org/officeDocument/2006/relationships/image"/><Relationship Id="rId15" Target="/ppt/media/image15.png" Type="http://schemas.openxmlformats.org/officeDocument/2006/relationships/image"/><Relationship Id="rId16" Target="ppt/media/img_cc_black.png" Type="http://schemas.openxmlformats.org/officeDocument/2006/relationships/image"/><Relationship Id="rId17" Target="ppt/presentation.xml" Type="http://schemas.openxmlformats.org/officeDocument/2006/relationships/officeDocument"/><Relationship Id="rId18" Target="docProps/core.xml" Type="http://schemas.openxmlformats.org/package/2006/relationships/metadata/core-properties"/><Relationship Id="rId19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9144000" cy="5143500"/>
  <p:embeddedFontLst>
    <p:embeddedFont>
      <p:font typeface="Titillium Web"/>
      <p:regular r:id="rId15"/>
      <p:bold r:id="rId16"/>
    </p:embeddedFont>
    <p:embeddedFont>
      <p:font typeface="Bungee Inline"/>
      <p:bold r:id="rId17"/>
    </p:embeddedFont>
    <p:embeddedFont>
      <p:font typeface="Bungee"/>
      <p:regular r:id="rId18"/>
    </p:embeddedFont>
  </p:embeddedFontLst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tableStyles.xml" Type="http://schemas.openxmlformats.org/officeDocument/2006/relationships/tableStyles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18" Target="fonts/font4.fntdata" Type="http://schemas.openxmlformats.org/officeDocument/2006/relationships/font"/><Relationship Id="rId19" Target="presProps.xml" Type="http://schemas.openxmlformats.org/officeDocument/2006/relationships/presProps"/><Relationship Id="rId20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6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1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1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4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5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7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8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CD65BBE6-3800-4E8C-B5E1-DA5109330961}">
                <a16:creationId xmlns:a16="http://schemas.microsoft.com/office/drawing/2010/main" id="{31D43DD3-D4FA-4083-B72E-D0CFD484E392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30000"/>
          </a:blip>
          <a:srcRect b="250" l="52597" r="-797" t="-250"/>
          <a:stretch>
            <a:fillRect/>
          </a:stretch>
        </p:blipFill>
        <p:spPr>
          <a:xfrm rot="0">
            <a:off x="-8519" y="104976"/>
            <a:ext cx="1495129" cy="5038525"/>
          </a:xfrm>
          <a:prstGeom prst="rect">
            <a:avLst/>
          </a:prstGeom>
          <a:noFill/>
        </p:spPr>
      </p:pic>
      <p:pic>
        <p:nvPicPr>
          <p:cNvPr id="3" name="Picture 9">
            <a:extLst>
              <a:ext uri="{3054060A-794E-4AB0-A700-D6893DED98AD}">
                <a16:creationId xmlns:a16="http://schemas.microsoft.com/office/drawing/2010/main" id="{251B9D1A-1FB9-4094-BCB6-AA7489943DC6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36000"/>
          </a:blip>
          <a:srcRect b="37147" l="21777"/>
          <a:stretch>
            <a:fillRect/>
          </a:stretch>
        </p:blipFill>
        <p:spPr>
          <a:xfrm rot="0">
            <a:off x="0" y="2112814"/>
            <a:ext cx="4147085" cy="3030685"/>
          </a:xfrm>
          <a:prstGeom prst="rect">
            <a:avLst/>
          </a:prstGeom>
          <a:noFill/>
        </p:spPr>
      </p:pic>
      <p:cxnSp>
        <p:nvCxnSpPr>
          <p:cNvPr id="4" name="Straight Connector 11">
            <a:extLst>
              <a:ext uri="{5C341629-33C6-40F9-ADE5-61A4D3086336}">
                <a16:creationId xmlns:a16="http://schemas.microsoft.com/office/drawing/2010/main" id="{DC88F052-3B0D-4AAD-A254-A66CC38242AC}"/>
              </a:ext>
            </a:extLst>
          </p:cNvPr>
          <p:cNvCxnSpPr/>
          <p:nvPr/>
        </p:nvCxnSpPr>
        <p:spPr>
          <a:xfrm rot="0">
            <a:off x="3830913" y="1610101"/>
            <a:ext cx="24450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be 12">
            <a:extLst>
              <a:ext uri="{4573C6AB-FBC3-4C79-88A2-BADD3D916709}">
                <a16:creationId xmlns:a16="http://schemas.microsoft.com/office/drawing/2010/main" id="{D114B5DB-0A21-4BE9-84EC-2665140C7A03}"/>
              </a:ext>
            </a:extLst>
          </p:cNvPr>
          <p:cNvSpPr/>
          <p:nvPr userDrawn="1"/>
        </p:nvSpPr>
        <p:spPr>
          <a:xfrm rot="0">
            <a:off x="6275938" y="1209696"/>
            <a:ext cx="485597" cy="485597"/>
          </a:xfrm>
          <a:prstGeom prst="cube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id="6" name="Picture 13">
            <a:extLst>
              <a:ext uri="{A5AE99AC-87C7-4F02-AE9C-C117F07589AB}">
                <a16:creationId xmlns:a16="http://schemas.microsoft.com/office/drawing/2010/main" id="{44257AB5-D9C4-406D-A6D8-80BBF553934E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flipV="true" rot="0">
            <a:off x="2083984" y="2700603"/>
            <a:ext cx="1036660" cy="876458"/>
          </a:xfrm>
          <a:prstGeom prst="rect">
            <a:avLst/>
          </a:prstGeom>
          <a:noFill/>
        </p:spPr>
      </p:pic>
      <p:grpSp>
        <p:nvGrpSpPr>
          <p:cNvPr id="7" name="Group 14">
            <a:extLst>
              <a:ext uri="{A39CC0C0-7E13-477E-B167-ACBFD32CC8F2}">
                <a16:creationId xmlns:a16="http://schemas.microsoft.com/office/drawing/2010/main" id="{F8600136-6AAF-439B-A20A-AA4E4E06D7E0}"/>
              </a:ext>
            </a:extLst>
          </p:cNvPr>
          <p:cNvGrpSpPr/>
          <p:nvPr/>
        </p:nvGrpSpPr>
        <p:grpSpPr>
          <a:xfrm rot="0">
            <a:off x="1358029" y="3028593"/>
            <a:ext cx="1018268" cy="615924"/>
            <a:chOff x="1810706" y="4038124"/>
            <a:chExt cx="1357691" cy="821233"/>
          </a:xfrm>
        </p:grpSpPr>
        <p:cxnSp>
          <p:nvCxnSpPr>
            <p:cNvPr id="8" name="Straight Connector 15">
              <a:extLst>
                <a:ext uri="{C9B0427D-414F-4BAC-9C96-E5719EC4AB96}">
                  <a16:creationId xmlns:a16="http://schemas.microsoft.com/office/drawing/2010/main" id="{A3DDD80E-00EF-4618-97E4-228592714619}"/>
                </a:ext>
              </a:extLst>
            </p:cNvPr>
            <p:cNvCxnSpPr/>
            <p:nvPr/>
          </p:nvCxnSpPr>
          <p:spPr>
            <a:xfrm flipH="true" rot="0">
              <a:off x="2305453" y="4099726"/>
              <a:ext cx="862943" cy="522515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16">
              <a:extLst>
                <a:ext uri="{2C5CE916-298A-418D-88B0-C2E15AED8ECD}">
                  <a16:creationId xmlns:a16="http://schemas.microsoft.com/office/drawing/2010/main" id="{0D7D7680-831C-4C4D-AFF6-DE1BBC6E5EC4}"/>
                </a:ext>
              </a:extLst>
            </p:cNvPr>
            <p:cNvGrpSpPr/>
            <p:nvPr/>
          </p:nvGrpSpPr>
          <p:grpSpPr>
            <a:xfrm rot="0">
              <a:off x="1810706" y="4038124"/>
              <a:ext cx="859953" cy="821233"/>
              <a:chOff x="1664094" y="4038127"/>
              <a:chExt cx="855188" cy="816683"/>
            </a:xfrm>
          </p:grpSpPr>
          <p:sp>
            <p:nvSpPr>
              <p:cNvPr id="10" name="Freeform: Shape 17">
                <a:extLst>
                  <a:ext uri="{A85AF61A-00D3-434F-A95A-AC3970F77F14}">
                    <a16:creationId xmlns:a16="http://schemas.microsoft.com/office/drawing/2010/main" id="{6811EBFB-CBA5-4610-8F27-ED9FDAB67D3E}"/>
                  </a:ext>
                </a:extLst>
              </p:cNvPr>
              <p:cNvSpPr/>
              <p:nvPr/>
            </p:nvSpPr>
            <p:spPr>
              <a:xfrm rot="0">
                <a:off x="1664094" y="4038127"/>
                <a:ext cx="789450" cy="749694"/>
              </a:xfrm>
              <a:custGeom>
                <a:avLst/>
                <a:gdLst/>
                <a:ahLst/>
                <a:cxnLst/>
                <a:rect b="b" l="0" r="r" t="0"/>
                <a:pathLst>
                  <a:path h="749694" w="789451">
                    <a:moveTo>
                      <a:pt x="460040" y="0"/>
                    </a:moveTo>
                    <a:lnTo>
                      <a:pt x="0" y="306693"/>
                    </a:lnTo>
                    <a:lnTo>
                      <a:pt x="789451" y="749694"/>
                    </a:lnTo>
                  </a:path>
                </a:pathLst>
              </a:custGeom>
              <a:noFill/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1" name="Oval 18">
                <a:extLst>
                  <a:ext uri="{6AD97FB5-072C-4DEC-B1A9-0D25061F8A66}">
                    <a16:creationId xmlns:a16="http://schemas.microsoft.com/office/drawing/2010/main" id="{D1FB7168-4580-4012-A3FA-6AD04069A068}"/>
                  </a:ext>
                </a:extLst>
              </p:cNvPr>
              <p:cNvSpPr/>
              <p:nvPr/>
            </p:nvSpPr>
            <p:spPr>
              <a:xfrm rot="0">
                <a:off x="2429836" y="4765363"/>
                <a:ext cx="89446" cy="89446"/>
              </a:xfrm>
              <a:prstGeom prst="ellipse">
                <a:avLst/>
              </a:prstGeom>
              <a:solidFill>
                <a:schemeClr val="accent2"/>
              </a:solidFill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2" name="Oval 19">
                <a:extLst>
                  <a:ext uri="{CC182F25-DEC9-4109-9E6D-50DE5570CBCD}">
                    <a16:creationId xmlns:a16="http://schemas.microsoft.com/office/drawing/2010/main" id="{681561F0-8466-42C6-A7F5-B21B78115570}"/>
                  </a:ext>
                </a:extLst>
              </p:cNvPr>
              <p:cNvSpPr/>
              <p:nvPr/>
            </p:nvSpPr>
            <p:spPr>
              <a:xfrm rot="0">
                <a:off x="2419083" y="4424188"/>
                <a:ext cx="45467" cy="45784"/>
              </a:xfrm>
              <a:prstGeom prst="ellipse">
                <a:avLst/>
              </a:prstGeom>
              <a:solidFill>
                <a:schemeClr val="accent2"/>
              </a:solidFill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3" name="Oval 20">
                <a:extLst>
                  <a:ext uri="{4080C637-F0E3-4D1F-8898-24A61D030F86}">
                    <a16:creationId xmlns:a16="http://schemas.microsoft.com/office/drawing/2010/main" id="{2B0D31F1-E7E2-446D-8B98-C8E0F3500247}"/>
                  </a:ext>
                </a:extLst>
              </p:cNvPr>
              <p:cNvSpPr/>
              <p:nvPr/>
            </p:nvSpPr>
            <p:spPr>
              <a:xfrm rot="0">
                <a:off x="1867907" y="4445352"/>
                <a:ext cx="45467" cy="45918"/>
              </a:xfrm>
              <a:prstGeom prst="ellipse">
                <a:avLst/>
              </a:prstGeom>
              <a:solidFill>
                <a:schemeClr val="accent2"/>
              </a:solidFill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pic>
        <p:nvPicPr>
          <p:cNvPr descr="A close up of a card&#10;&#10;Description automatically generated" id="14" name="Picture 21">
            <a:extLst>
              <a:ext uri="{E6F05875-97E1-44B8-B65D-0ADFF5F43071}">
                <a16:creationId xmlns:a16="http://schemas.microsoft.com/office/drawing/2010/main" id="{7EB54428-C12B-4DA9-93EE-BEA69CF2E8EA}"/>
              </a:ext>
            </a:extLst>
          </p:cNvPr>
          <p:cNvPicPr>
            <a:picLocks noChangeAspect="true"/>
          </p:cNvPicPr>
          <p:nvPr userDrawn="1"/>
        </p:nvPicPr>
        <p:blipFill>
          <a:blip r:embed="rId5"/>
          <a:stretch>
            <a:fillRect/>
          </a:stretch>
        </p:blipFill>
        <p:spPr>
          <a:xfrm rot="0">
            <a:off x="869788" y="1428078"/>
            <a:ext cx="1909818" cy="1994230"/>
          </a:xfrm>
          <a:prstGeom prst="rect">
            <a:avLst/>
          </a:prstGeom>
          <a:noFill/>
        </p:spPr>
      </p:pic>
      <p:pic>
        <p:nvPicPr>
          <p:cNvPr descr="A picture containing animal, light&#10;&#10;Description automatically generated" id="15" name="Picture 22">
            <a:extLst>
              <a:ext uri="{A5C26975-E5FD-4590-B39A-0807F0F10BF6}">
                <a16:creationId xmlns:a16="http://schemas.microsoft.com/office/drawing/2010/main" id="{BDD90A1B-9DA0-4CCD-A9B7-0B0949914325}"/>
              </a:ext>
            </a:extLst>
          </p:cNvPr>
          <p:cNvPicPr>
            <a:picLocks noChangeAspect="true"/>
          </p:cNvPicPr>
          <p:nvPr userDrawn="1"/>
        </p:nvPicPr>
        <p:blipFill>
          <a:blip r:embed="rId6">
            <a:alphaModFix amt="34000"/>
          </a:blip>
          <a:srcRect r="44251" t="41118"/>
          <a:stretch>
            <a:fillRect/>
          </a:stretch>
        </p:blipFill>
        <p:spPr>
          <a:xfrm rot="0">
            <a:off x="5991196" y="0"/>
            <a:ext cx="3152804" cy="3028595"/>
          </a:xfrm>
          <a:prstGeom prst="rect">
            <a:avLst/>
          </a:prstGeom>
          <a:noFill/>
        </p:spPr>
      </p:pic>
      <p:grpSp>
        <p:nvGrpSpPr>
          <p:cNvPr id="16" name="Group 23">
            <a:extLst>
              <a:ext uri="{C93DB77E-E683-4DFD-B92F-FBE34C160153}">
                <a16:creationId xmlns:a16="http://schemas.microsoft.com/office/drawing/2010/main" id="{E83D77B7-42D0-4EE1-B1A9-D0CC0F0990A5}"/>
              </a:ext>
            </a:extLst>
          </p:cNvPr>
          <p:cNvGrpSpPr/>
          <p:nvPr/>
        </p:nvGrpSpPr>
        <p:grpSpPr>
          <a:xfrm rot="0">
            <a:off x="1657" y="3258229"/>
            <a:ext cx="1975489" cy="1890852"/>
            <a:chOff x="2210" y="4344306"/>
            <a:chExt cx="2633985" cy="2521137"/>
          </a:xfrm>
        </p:grpSpPr>
        <p:cxnSp>
          <p:nvCxnSpPr>
            <p:cNvPr id="17" name="Straight Connector 24">
              <a:extLst>
                <a:ext uri="{B3B5A23A-CEA1-49BE-B2D9-FC87F55444A3}">
                  <a16:creationId xmlns:a16="http://schemas.microsoft.com/office/drawing/2010/main" id="{AA1A8071-A2D4-48EE-9234-A0264C96659B}"/>
                </a:ext>
              </a:extLst>
            </p:cNvPr>
            <p:cNvCxnSpPr/>
            <p:nvPr/>
          </p:nvCxnSpPr>
          <p:spPr>
            <a:xfrm flipV="true" rot="0">
              <a:off x="2210" y="4581420"/>
              <a:ext cx="1768408" cy="1002257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25">
              <a:extLst>
                <a:ext uri="{F440F92C-49AB-4A77-A4F1-99997D9AAEDC}">
                  <a16:creationId xmlns:a16="http://schemas.microsoft.com/office/drawing/2010/main" id="{89996BE8-6527-4CB4-80B9-529554EE64B2}"/>
                </a:ext>
              </a:extLst>
            </p:cNvPr>
            <p:cNvSpPr/>
            <p:nvPr/>
          </p:nvSpPr>
          <p:spPr>
            <a:xfrm rot="10800000">
              <a:off x="1471515" y="4411667"/>
              <a:ext cx="793849" cy="727119"/>
            </a:xfrm>
            <a:custGeom>
              <a:avLst/>
              <a:gdLst/>
              <a:ahLst/>
              <a:cxnLst/>
              <a:rect b="b" l="0" r="r" t="0"/>
              <a:pathLst>
                <a:path h="727119" w="793850">
                  <a:moveTo>
                    <a:pt x="469899" y="0"/>
                  </a:moveTo>
                  <a:lnTo>
                    <a:pt x="0" y="281650"/>
                  </a:lnTo>
                  <a:lnTo>
                    <a:pt x="793850" y="727119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9" name="Oval 26">
              <a:extLst>
                <a:ext uri="{1E114FF8-417C-4C37-A76E-631B83076818}">
                  <a16:creationId xmlns:a16="http://schemas.microsoft.com/office/drawing/2010/main" id="{C110689F-2BF4-488F-B593-FB0E1C10D71A}"/>
                </a:ext>
              </a:extLst>
            </p:cNvPr>
            <p:cNvSpPr/>
            <p:nvPr/>
          </p:nvSpPr>
          <p:spPr>
            <a:xfrm rot="10800000">
              <a:off x="1405412" y="4344306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0" name="Oval 27">
              <a:extLst>
                <a:ext uri="{8B19FD1A-CF08-42AE-9740-81F31DA9066F}">
                  <a16:creationId xmlns:a16="http://schemas.microsoft.com/office/drawing/2010/main" id="{BABBBEDC-DF20-4A11-8187-5DB80A68F2FB}"/>
                </a:ext>
              </a:extLst>
            </p:cNvPr>
            <p:cNvSpPr/>
            <p:nvPr/>
          </p:nvSpPr>
          <p:spPr>
            <a:xfrm rot="10800000">
              <a:off x="1460449" y="4731286"/>
              <a:ext cx="45720" cy="46040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1" name="Oval 28">
              <a:extLst>
                <a:ext uri="{D7FF9139-9976-42D2-9B1F-7181AF16F727}">
                  <a16:creationId xmlns:a16="http://schemas.microsoft.com/office/drawing/2010/main" id="{E8A5A12A-68B3-4A69-B11D-888A55031CD3}"/>
                </a:ext>
              </a:extLst>
            </p:cNvPr>
            <p:cNvSpPr/>
            <p:nvPr/>
          </p:nvSpPr>
          <p:spPr>
            <a:xfrm rot="10800000">
              <a:off x="2014696" y="4709870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2" name="Freeform: Shape 29">
              <a:extLst>
                <a:ext uri="{3E3426AF-E3AA-4621-B6E1-25D2E7256750}">
                  <a16:creationId xmlns:a16="http://schemas.microsoft.com/office/drawing/2010/main" id="{1D0CB81E-084A-49A6-86DD-B461CE4CDE1F}"/>
                </a:ext>
              </a:extLst>
            </p:cNvPr>
            <p:cNvSpPr/>
            <p:nvPr/>
          </p:nvSpPr>
          <p:spPr>
            <a:xfrm rot="0">
              <a:off x="496111" y="5093062"/>
              <a:ext cx="2140083" cy="1772381"/>
            </a:xfrm>
            <a:custGeom>
              <a:avLst/>
              <a:gdLst/>
              <a:ahLst/>
              <a:cxnLst/>
              <a:rect b="b" l="0" r="r" t="0"/>
              <a:pathLst>
                <a:path h="1772381" w="2140084">
                  <a:moveTo>
                    <a:pt x="1247100" y="0"/>
                  </a:moveTo>
                  <a:lnTo>
                    <a:pt x="0" y="725065"/>
                  </a:lnTo>
                  <a:lnTo>
                    <a:pt x="2140084" y="1772381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3" name="Oval 30">
              <a:extLst>
                <a:ext uri="{B71EF741-7A43-4D1E-B6B4-C5C779B75E2B}">
                  <a16:creationId xmlns:a16="http://schemas.microsoft.com/office/drawing/2010/main" id="{BC496C12-C2D7-4276-91C7-FF4DD955DB42}"/>
                </a:ext>
              </a:extLst>
            </p:cNvPr>
            <p:cNvSpPr/>
            <p:nvPr/>
          </p:nvSpPr>
          <p:spPr>
            <a:xfrm rot="10800000">
              <a:off x="465480" y="5243421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4" name="Oval 31">
              <a:extLst>
                <a:ext uri="{BE5838D7-5AD6-4C04-9DF8-CEF60068DA4F}">
                  <a16:creationId xmlns:a16="http://schemas.microsoft.com/office/drawing/2010/main" id="{1713DDDF-1957-418D-AC50-0647DBA16B22}"/>
                </a:ext>
              </a:extLst>
            </p:cNvPr>
            <p:cNvSpPr/>
            <p:nvPr/>
          </p:nvSpPr>
          <p:spPr>
            <a:xfrm rot="10800000">
              <a:off x="1328895" y="6218119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5" name="Oval 32">
              <a:extLst>
                <a:ext uri="{F207049A-2987-4648-9388-52738FE7004C}">
                  <a16:creationId xmlns:a16="http://schemas.microsoft.com/office/drawing/2010/main" id="{C84A1F95-203E-4DC2-AF25-9953FBD54BB8}"/>
                </a:ext>
              </a:extLst>
            </p:cNvPr>
            <p:cNvSpPr/>
            <p:nvPr/>
          </p:nvSpPr>
          <p:spPr>
            <a:xfrm rot="10800000">
              <a:off x="1889260" y="6476189"/>
              <a:ext cx="86767" cy="87376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pic>
        <p:nvPicPr>
          <p:cNvPr descr="A close up of a logo&#10;&#10;Description automatically generated" id="26" name="Picture 33">
            <a:extLst>
              <a:ext uri="{B07155D3-9EC0-42C9-A57B-6DE12DA846CB}">
                <a16:creationId xmlns:a16="http://schemas.microsoft.com/office/drawing/2010/main" id="{0C582760-C0D3-4522-8E98-1639545BEDEB}"/>
              </a:ext>
            </a:extLst>
          </p:cNvPr>
          <p:cNvPicPr>
            <a:picLocks noChangeAspect="true"/>
          </p:cNvPicPr>
          <p:nvPr userDrawn="1"/>
        </p:nvPicPr>
        <p:blipFill>
          <a:blip r:embed="rId7"/>
          <a:stretch>
            <a:fillRect/>
          </a:stretch>
        </p:blipFill>
        <p:spPr>
          <a:xfrm rot="0">
            <a:off x="637799" y="3574485"/>
            <a:ext cx="1017923" cy="704463"/>
          </a:xfrm>
          <a:prstGeom prst="rect">
            <a:avLst/>
          </a:prstGeom>
          <a:noFill/>
        </p:spPr>
      </p:pic>
      <p:sp>
        <p:nvSpPr>
          <p:cNvPr hidden="false" id="27" name="Title 1">
            <a:extLst>
              <a:ext uri="{6A23BDF5-3785-4BFF-86F4-A8B580F18ED5}">
                <a16:creationId xmlns:a16="http://schemas.microsoft.com/office/drawing/2010/main" id="{0C76A606-9590-479B-A018-93C3A63FA7D1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3755233" y="1863768"/>
            <a:ext cx="4760116" cy="1077500"/>
          </a:xfrm>
        </p:spPr>
        <p:txBody>
          <a:bodyPr anchor="t" rtlCol="0">
            <a:noAutofit/>
          </a:bodyPr>
          <a:lstStyle>
            <a:lvl1pPr algn="l" lvl="0">
              <a:lnSpc>
                <a:spcPct val="100000"/>
              </a:lnSpc>
              <a:defRPr b="0" dirty="0" lang="en-US" sz="2800">
                <a:solidFill>
                  <a:schemeClr val="bg1"/>
                </a:solidFill>
                <a:latin typeface="Bungee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28" name="Subtitle 2">
            <a:extLst>
              <a:ext uri="{404B708E-8EAB-4F62-AD2A-8F6B42EB9E0C}">
                <a16:creationId xmlns:a16="http://schemas.microsoft.com/office/drawing/2010/main" id="{A72B1E6D-92B5-4EFE-8320-F79068199E20}"/>
              </a:ext>
            </a:extLst>
          </p:cNvPr>
          <p:cNvSpPr>
            <a:spLocks noGrp="true"/>
          </p:cNvSpPr>
          <p:nvPr>
            <p:ph idx="11" type="subTitle"/>
          </p:nvPr>
        </p:nvSpPr>
        <p:spPr>
          <a:xfrm rot="0">
            <a:off x="3754715" y="3449784"/>
            <a:ext cx="4760640" cy="858578"/>
          </a:xfrm>
        </p:spPr>
        <p:txBody>
          <a:bodyPr rtlCol="0">
            <a:noAutofit/>
          </a:bodyPr>
          <a:lstStyle>
            <a:lvl1pPr algn="l" indent="0" lvl="0" marL="0">
              <a:buNone/>
              <a:defRPr dirty="0" lang="en-US" sz="1400">
                <a:solidFill>
                  <a:schemeClr val="accent2"/>
                </a:solidFill>
              </a:defRPr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29" name="Text Placeholder 35">
            <a:extLst>
              <a:ext uri="{FC09CCA3-0297-4C94-8AC3-EF65495B03AE}">
                <a16:creationId xmlns:a16="http://schemas.microsoft.com/office/drawing/2010/main" id="{E773524B-EA1D-4EB5-9D2A-EC3BAB5CC312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3755234" y="1218183"/>
            <a:ext cx="2486025" cy="346471"/>
          </a:xfrm>
        </p:spPr>
        <p:txBody>
          <a:bodyPr anchor="ctr" rtlCol="0">
            <a:noAutofit/>
          </a:bodyPr>
          <a:lstStyle>
            <a:lvl1pPr indent="0" lvl="0" marL="0">
              <a:buNone/>
              <a:defRPr b="1" dirty="0" lang="en-US" spc="300" sz="2000">
                <a:solidFill>
                  <a:schemeClr val="accent3"/>
                </a:solidFill>
                <a:latin typeface="+mn-lt"/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COMPANY NAME</a:t>
            </a:r>
            <a:endParaRPr dirty="0" lang="en-US"/>
          </a:p>
        </p:txBody>
      </p:sp>
      <p:sp>
        <p:nvSpPr>
          <p:cNvPr hidden="false" id="30" name="Date Placeholder 1">
            <a:extLst>
              <a:ext uri="{9B9A6DE1-5535-4B3B-A695-1DBEE1C39439}">
                <a16:creationId xmlns:a16="http://schemas.microsoft.com/office/drawing/2010/main" id="{32F9B771-AEEE-4841-956E-488805D681F9}"/>
              </a:ext>
            </a:extLst>
          </p:cNvPr>
          <p:cNvSpPr>
            <a:spLocks noGrp="true"/>
          </p:cNvSpPr>
          <p:nvPr>
            <p:ph idx="13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31" name="Footer Placeholder 1">
            <a:extLst>
              <a:ext uri="{1E969D72-F3D7-40DC-9176-07247353AE11}">
                <a16:creationId xmlns:a16="http://schemas.microsoft.com/office/drawing/2010/main" id="{7453E913-DAE5-466C-8A60-4C004ADF4B39}"/>
              </a:ext>
            </a:extLst>
          </p:cNvPr>
          <p:cNvSpPr>
            <a:spLocks noGrp="true"/>
          </p:cNvSpPr>
          <p:nvPr>
            <p:ph idx="14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32" name="Slide Number Placeholder 7">
            <a:extLst>
              <a:ext uri="{38FC2021-9D09-47C5-9721-62E57A41CFB6}">
                <a16:creationId xmlns:a16="http://schemas.microsoft.com/office/drawing/2010/main" id="{61C727CF-7F65-4C86-A42B-31301DE2AF27}"/>
              </a:ext>
            </a:extLst>
          </p:cNvPr>
          <p:cNvSpPr>
            <a:spLocks noGrp="true"/>
          </p:cNvSpPr>
          <p:nvPr>
            <p:ph idx="15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accent2"/>
                </a:solidFill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5B586505-EE9A-48C7-91DC-00F4AA0DBFE9}">
        <p14:creationId xmlns:p14="http://schemas.microsoft.com/office/powerpoint/2010/main" val="1713420158693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nimal, light&#10;&#10;Description automatically generated" id="2" name="Picture 24">
            <a:extLst>
              <a:ext uri="{11B506F3-6E0F-477B-9CDC-887A6E20235E}">
                <a16:creationId xmlns:a16="http://schemas.microsoft.com/office/drawing/2010/main" id="{BD8AA25F-6B11-46F9-9570-E91756B037F7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r="44251" t="41118"/>
          <a:stretch>
            <a:fillRect/>
          </a:stretch>
        </p:blipFill>
        <p:spPr>
          <a:xfrm rot="0">
            <a:off x="5991196" y="0"/>
            <a:ext cx="3152804" cy="3028595"/>
          </a:xfrm>
          <a:prstGeom prst="rect">
            <a:avLst/>
          </a:prstGeom>
          <a:noFill/>
        </p:spPr>
      </p:pic>
      <p:sp>
        <p:nvSpPr>
          <p:cNvPr id="3" name="Rectangle 6">
            <a:extLst>
              <a:ext uri="{DB7BCD7E-5B5B-4E1C-9B9A-18A57270A582}">
                <a16:creationId xmlns:a16="http://schemas.microsoft.com/office/drawing/2010/main" id="{D73D2009-2C21-42FB-8C9C-B62DD98A5463}"/>
              </a:ext>
            </a:extLst>
          </p:cNvPr>
          <p:cNvSpPr/>
          <p:nvPr userDrawn="1"/>
        </p:nvSpPr>
        <p:spPr>
          <a:xfrm rot="0">
            <a:off x="0" y="0"/>
            <a:ext cx="4225636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id="4" name="Picture 9">
            <a:extLst>
              <a:ext uri="{7A901412-5697-42C5-B82A-E9028423D8FB}">
                <a16:creationId xmlns:a16="http://schemas.microsoft.com/office/drawing/2010/main" id="{9E5791BB-F5F3-494A-A7A0-24C81D48F706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36000"/>
          </a:blip>
          <a:srcRect b="37147" l="21777"/>
          <a:stretch>
            <a:fillRect/>
          </a:stretch>
        </p:blipFill>
        <p:spPr>
          <a:xfrm rot="0">
            <a:off x="1657" y="2112814"/>
            <a:ext cx="4147085" cy="3030685"/>
          </a:xfrm>
          <a:prstGeom prst="rect">
            <a:avLst/>
          </a:prstGeom>
          <a:noFill/>
        </p:spPr>
      </p:pic>
      <p:grpSp>
        <p:nvGrpSpPr>
          <p:cNvPr id="5" name="Group 10">
            <a:extLst>
              <a:ext uri="{EDF1AA0F-B37E-4340-957C-5AB5AF4AF358}">
                <a16:creationId xmlns:a16="http://schemas.microsoft.com/office/drawing/2010/main" id="{4A4832E5-855C-4D3C-A225-A0BFB83E58AC}"/>
              </a:ext>
            </a:extLst>
          </p:cNvPr>
          <p:cNvGrpSpPr/>
          <p:nvPr/>
        </p:nvGrpSpPr>
        <p:grpSpPr>
          <a:xfrm rot="0">
            <a:off x="0" y="1691070"/>
            <a:ext cx="3994125" cy="3450687"/>
            <a:chOff x="-358543" y="4344306"/>
            <a:chExt cx="2918184" cy="2521137"/>
          </a:xfrm>
        </p:grpSpPr>
        <p:cxnSp>
          <p:nvCxnSpPr>
            <p:cNvPr id="6" name="Straight Connector 11">
              <a:extLst>
                <a:ext uri="{87929ABB-EFD3-4C34-B3FA-23E5C073793A}">
                  <a16:creationId xmlns:a16="http://schemas.microsoft.com/office/drawing/2010/main" id="{A9C6D90F-E9E7-42F6-8C22-184CCC8DAF12}"/>
                </a:ext>
              </a:extLst>
            </p:cNvPr>
            <p:cNvCxnSpPr/>
            <p:nvPr/>
          </p:nvCxnSpPr>
          <p:spPr>
            <a:xfrm flipV="true" rot="0">
              <a:off x="-358543" y="4581420"/>
              <a:ext cx="2129161" cy="1295831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12">
              <a:extLst>
                <a:ext uri="{00D308F5-3AA0-4E33-BE29-1683AF0ED356}">
                  <a16:creationId xmlns:a16="http://schemas.microsoft.com/office/drawing/2010/main" id="{E9533DAE-040C-4F4D-ABEE-647A5416D55C}"/>
                </a:ext>
              </a:extLst>
            </p:cNvPr>
            <p:cNvSpPr/>
            <p:nvPr/>
          </p:nvSpPr>
          <p:spPr>
            <a:xfrm rot="10800000">
              <a:off x="1471515" y="4411667"/>
              <a:ext cx="793849" cy="727119"/>
            </a:xfrm>
            <a:custGeom>
              <a:avLst/>
              <a:gdLst/>
              <a:ahLst/>
              <a:cxnLst/>
              <a:rect b="b" l="0" r="r" t="0"/>
              <a:pathLst>
                <a:path h="727119" w="793850">
                  <a:moveTo>
                    <a:pt x="469899" y="0"/>
                  </a:moveTo>
                  <a:lnTo>
                    <a:pt x="0" y="281650"/>
                  </a:lnTo>
                  <a:lnTo>
                    <a:pt x="793850" y="727119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8" name="Oval 13">
              <a:extLst>
                <a:ext uri="{100D1133-0CDB-45F0-B95F-D34B7AA2B16D}">
                  <a16:creationId xmlns:a16="http://schemas.microsoft.com/office/drawing/2010/main" id="{E2E14DC3-4317-4E49-A401-D0CD30001AFF}"/>
                </a:ext>
              </a:extLst>
            </p:cNvPr>
            <p:cNvSpPr/>
            <p:nvPr/>
          </p:nvSpPr>
          <p:spPr>
            <a:xfrm rot="10800000">
              <a:off x="1405412" y="4344306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9" name="Oval 14">
              <a:extLst>
                <a:ext uri="{6E3E5FEB-4610-41E0-AC23-74841E654DC3}">
                  <a16:creationId xmlns:a16="http://schemas.microsoft.com/office/drawing/2010/main" id="{1D35D243-C58D-48D7-8A63-23F480B1BC1D}"/>
                </a:ext>
              </a:extLst>
            </p:cNvPr>
            <p:cNvSpPr/>
            <p:nvPr/>
          </p:nvSpPr>
          <p:spPr>
            <a:xfrm rot="10800000">
              <a:off x="1460449" y="4731286"/>
              <a:ext cx="45720" cy="46040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0" name="Oval 15">
              <a:extLst>
                <a:ext uri="{014C02CE-E4D2-420B-8DD4-7DB95D1EFAEA}">
                  <a16:creationId xmlns:a16="http://schemas.microsoft.com/office/drawing/2010/main" id="{9F99416A-71BA-496C-96E5-89D1A7BA5316}"/>
                </a:ext>
              </a:extLst>
            </p:cNvPr>
            <p:cNvSpPr/>
            <p:nvPr/>
          </p:nvSpPr>
          <p:spPr>
            <a:xfrm rot="10800000">
              <a:off x="2014696" y="4709870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1" name="Freeform: Shape 16">
              <a:extLst>
                <a:ext uri="{B3189ECF-6986-4EEF-B0C1-BC4989A15B24}">
                  <a16:creationId xmlns:a16="http://schemas.microsoft.com/office/drawing/2010/main" id="{7E761782-D5F2-490D-93A8-875893F7897C}"/>
                </a:ext>
              </a:extLst>
            </p:cNvPr>
            <p:cNvSpPr/>
            <p:nvPr/>
          </p:nvSpPr>
          <p:spPr>
            <a:xfrm rot="0">
              <a:off x="749507" y="5162805"/>
              <a:ext cx="1810134" cy="1702637"/>
            </a:xfrm>
            <a:custGeom>
              <a:avLst/>
              <a:gdLst/>
              <a:ahLst/>
              <a:cxnLst/>
              <a:rect b="b" l="0" r="r" t="0"/>
              <a:pathLst>
                <a:path h="1702637" w="1810134">
                  <a:moveTo>
                    <a:pt x="1054827" y="0"/>
                  </a:moveTo>
                  <a:lnTo>
                    <a:pt x="0" y="696533"/>
                  </a:lnTo>
                  <a:lnTo>
                    <a:pt x="1810134" y="1702637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2" name="Oval 17">
              <a:extLst>
                <a:ext uri="{FA88BB75-7E3C-41C5-B3B9-78EF64AD06BF}">
                  <a16:creationId xmlns:a16="http://schemas.microsoft.com/office/drawing/2010/main" id="{9E63DFA5-6DC8-4EFB-83B6-25728E94FEB3}"/>
                </a:ext>
              </a:extLst>
            </p:cNvPr>
            <p:cNvSpPr/>
            <p:nvPr/>
          </p:nvSpPr>
          <p:spPr>
            <a:xfrm rot="10800000">
              <a:off x="465480" y="5299095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3" name="Oval 18">
              <a:extLst>
                <a:ext uri="{CED42255-D5CC-4AE3-B4C8-C4F9FFECD4AE}">
                  <a16:creationId xmlns:a16="http://schemas.microsoft.com/office/drawing/2010/main" id="{1FB2B125-A3C9-47F0-ADB5-20EAEFE23856}"/>
                </a:ext>
              </a:extLst>
            </p:cNvPr>
            <p:cNvSpPr/>
            <p:nvPr/>
          </p:nvSpPr>
          <p:spPr>
            <a:xfrm rot="10800000">
              <a:off x="1328895" y="6163494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4" name="Oval 19">
              <a:extLst>
                <a:ext uri="{92E5A4A3-92D9-4C0A-903F-9CB241D11E1F}">
                  <a16:creationId xmlns:a16="http://schemas.microsoft.com/office/drawing/2010/main" id="{F2033A67-FC8E-45E3-A400-FCC6625DBE61}"/>
                </a:ext>
              </a:extLst>
            </p:cNvPr>
            <p:cNvSpPr/>
            <p:nvPr/>
          </p:nvSpPr>
          <p:spPr>
            <a:xfrm rot="10800000">
              <a:off x="1889260" y="6476189"/>
              <a:ext cx="86767" cy="87376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pic>
        <p:nvPicPr>
          <p:cNvPr descr="A picture containing brick&#10;&#10;Description automatically generated" id="15" name="Picture 20">
            <a:extLst>
              <a:ext uri="{602F052F-7C53-4D31-BE0B-8338D3D45FBF}">
                <a16:creationId xmlns:a16="http://schemas.microsoft.com/office/drawing/2010/main" id="{C1F42720-8933-4B1C-844A-7C513D9AA81D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2262583" y="1584388"/>
            <a:ext cx="2326896" cy="2371643"/>
          </a:xfrm>
          <a:prstGeom prst="rect">
            <a:avLst/>
          </a:prstGeom>
          <a:noFill/>
        </p:spPr>
      </p:pic>
      <p:sp>
        <p:nvSpPr>
          <p:cNvPr id="16" name="Title 1">
            <a:extLst>
              <a:ext uri="{E3E7F154-EAF2-4F26-BB57-7E622F6965D1}">
                <a16:creationId xmlns:a16="http://schemas.microsoft.com/office/drawing/2010/main" id="{DD4CA104-0650-41F4-8F24-E6CE1C78D7CB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71500"/>
            <a:ext cx="2869623" cy="1048640"/>
          </a:xfrm>
        </p:spPr>
        <p:txBody>
          <a:bodyPr rtlCol="0" tIns="36000">
            <a:noAutofit/>
          </a:bodyPr>
          <a:lstStyle>
            <a:lvl1pPr lvl="0">
              <a:defRPr b="0" dirty="0" lang="en-US">
                <a:solidFill>
                  <a:schemeClr val="bg1"/>
                </a:solidFill>
                <a:latin typeface="Bungee"/>
              </a:defRPr>
            </a:lvl1pPr>
          </a:lstStyle>
          <a:p>
            <a:pPr/>
            <a:r>
              <a:rPr dirty="0" lang="en-US"/>
              <a:t>Agenda</a:t>
            </a:r>
            <a:endParaRPr dirty="0" lang="en-US"/>
          </a:p>
        </p:txBody>
      </p:sp>
      <p:sp>
        <p:nvSpPr>
          <p:cNvPr id="17" name="Text Placeholder 22">
            <a:extLst>
              <a:ext uri="{15E952A9-F3A7-43F4-9893-76953345B494}">
                <a16:creationId xmlns:a16="http://schemas.microsoft.com/office/drawing/2010/main" id="{5D3A7F79-267C-4841-B523-8F5FDF2F3554}"/>
              </a:ext>
            </a:extLst>
          </p:cNvPr>
          <p:cNvSpPr>
            <a:spLocks noGrp="true"/>
          </p:cNvSpPr>
          <p:nvPr>
            <p:ph idx="11" type="body"/>
          </p:nvPr>
        </p:nvSpPr>
        <p:spPr>
          <a:xfrm rot="0">
            <a:off x="5110282" y="571500"/>
            <a:ext cx="3405067" cy="3950493"/>
          </a:xfrm>
        </p:spPr>
        <p:txBody>
          <a:bodyPr rtlCol="0">
            <a:noAutofit/>
          </a:bodyPr>
          <a:lstStyle>
            <a:lvl1pPr lvl="0">
              <a:lnSpc>
                <a:spcPct val="150000"/>
              </a:lnSpc>
              <a:buClr>
                <a:schemeClr val="accent3"/>
              </a:buClr>
              <a:defRPr dirty="0" lang="en-US" sz="1400"/>
            </a:lvl1pPr>
            <a:lvl2pPr lvl="1">
              <a:lnSpc>
                <a:spcPct val="150000"/>
              </a:lnSpc>
              <a:buClr>
                <a:schemeClr val="accent3"/>
              </a:buClr>
              <a:defRPr dirty="0" lang="en-US" sz="1400"/>
            </a:lvl2pPr>
            <a:lvl3pPr lvl="2">
              <a:lnSpc>
                <a:spcPct val="150000"/>
              </a:lnSpc>
              <a:buClr>
                <a:schemeClr val="accent3"/>
              </a:buClr>
              <a:defRPr dirty="0" lang="en-US" sz="1400"/>
            </a:lvl3pPr>
            <a:lvl4pPr lvl="3">
              <a:lnSpc>
                <a:spcPct val="150000"/>
              </a:lnSpc>
              <a:buClr>
                <a:schemeClr val="accent3"/>
              </a:buClr>
              <a:defRPr dirty="0" lang="en-US" sz="1400"/>
            </a:lvl4pPr>
            <a:lvl5pPr lvl="4">
              <a:lnSpc>
                <a:spcPct val="150000"/>
              </a:lnSpc>
              <a:buClr>
                <a:schemeClr val="accent3"/>
              </a:buClr>
              <a:defRPr dirty="0" lang="en-US" sz="14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8" name="Slide Number Placeholder 2">
            <a:extLst>
              <a:ext uri="{FFF5D8BB-22A7-4261-802A-13E45F59EEE4}">
                <a16:creationId xmlns:a16="http://schemas.microsoft.com/office/drawing/2010/main" id="{98EFF0D4-F9FF-4090-B818-295224C0762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/>
          <a:p>
            <a:pPr/>
            <a:fld id="{79612BCA-895A-4E03-BAFF-AA4AB4C55D1F}" type="slidenum"/>
            <a:endParaRPr dirty="0" lang="en-US"/>
          </a:p>
        </p:txBody>
      </p:sp>
      <p:sp>
        <p:nvSpPr>
          <p:cNvPr hidden="false" id="19" name="Date Placeholder 1">
            <a:extLst>
              <a:ext uri="{18223173-791C-4E80-A1EE-4C51C6CBB00A}">
                <a16:creationId xmlns:a16="http://schemas.microsoft.com/office/drawing/2010/main" id="{E01CA064-ED1A-4AE1-9137-137CA4AFA00D}"/>
              </a:ext>
            </a:extLst>
          </p:cNvPr>
          <p:cNvSpPr>
            <a:spLocks noGrp="true"/>
          </p:cNvSpPr>
          <p:nvPr>
            <p:ph idx="13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0" name="Footer Placeholder 1">
            <a:extLst>
              <a:ext uri="{7B089515-DBAA-4DA4-9BD7-D14ABC1D64C2}">
                <a16:creationId xmlns:a16="http://schemas.microsoft.com/office/drawing/2010/main" id="{79FC8F34-172A-49C8-AB8F-84875D2406F7}"/>
              </a:ext>
            </a:extLst>
          </p:cNvPr>
          <p:cNvSpPr>
            <a:spLocks noGrp="true"/>
          </p:cNvSpPr>
          <p:nvPr>
            <p:ph idx="14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E3574EF3-B177-4532-B459-75FC676E724A}">
        <p14:creationId xmlns:p14="http://schemas.microsoft.com/office/powerpoint/2010/main" val="171342015869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57B85515-F89D-44F2-9B8D-743CEBAA021C}">
                <a16:creationId xmlns:a16="http://schemas.microsoft.com/office/drawing/2010/main" id="{5CDD311D-B825-494E-924E-BA0A959B52E5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45361" l="41147" r="-19370" t="-8214"/>
          <a:stretch>
            <a:fillRect/>
          </a:stretch>
        </p:blipFill>
        <p:spPr>
          <a:xfrm rot="0">
            <a:off x="0" y="314244"/>
            <a:ext cx="6608186" cy="4829256"/>
          </a:xfrm>
          <a:prstGeom prst="rect">
            <a:avLst/>
          </a:prstGeom>
          <a:noFill/>
        </p:spPr>
      </p:pic>
      <p:pic>
        <p:nvPicPr>
          <p:cNvPr id="3" name="Picture 6">
            <a:extLst>
              <a:ext uri="{54A0536C-ACAB-43BE-8C58-B59D5CE2AEC8}">
                <a16:creationId xmlns:a16="http://schemas.microsoft.com/office/drawing/2010/main" id="{1C9D6F79-ED10-4159-B98E-E545C1C24E02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id="4" name="Freeform: Shape 19">
            <a:extLst>
              <a:ext uri="{87661888-B680-4DD5-86E8-3CB6DD1797D4}">
                <a16:creationId xmlns:a16="http://schemas.microsoft.com/office/drawing/2010/main" id="{84D7B081-A876-4F46-A739-394AA7C6ABED}"/>
              </a:ext>
            </a:extLst>
          </p:cNvPr>
          <p:cNvSpPr/>
          <p:nvPr/>
        </p:nvSpPr>
        <p:spPr>
          <a:xfrm rot="0">
            <a:off x="638570" y="4297896"/>
            <a:ext cx="895491" cy="842312"/>
          </a:xfrm>
          <a:custGeom>
            <a:avLst/>
            <a:gdLst/>
            <a:ahLst/>
            <a:cxnLst/>
            <a:rect b="b" l="0" r="r" t="0"/>
            <a:pathLst>
              <a:path h="1123083" w="1193989">
                <a:moveTo>
                  <a:pt x="695778" y="0"/>
                </a:moveTo>
                <a:lnTo>
                  <a:pt x="0" y="459443"/>
                </a:lnTo>
                <a:lnTo>
                  <a:pt x="1193989" y="1123083"/>
                </a:lnTo>
              </a:path>
            </a:pathLst>
          </a:custGeom>
          <a:noFill/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5" name="Title 1">
            <a:extLst>
              <a:ext uri="{8F82D907-E5EF-48E1-904D-18393AF17878}">
                <a16:creationId xmlns:a16="http://schemas.microsoft.com/office/drawing/2010/main" id="{6AF66A15-9732-469F-A69B-E2B74EA80C58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3686522" cy="2101999"/>
          </a:xfrm>
        </p:spPr>
        <p:txBody>
          <a:bodyPr rtlCol="0" tIns="36000">
            <a:noAutofit/>
          </a:bodyPr>
          <a:lstStyle>
            <a:lvl1pPr lvl="0">
              <a:lnSpc>
                <a:spcPct val="100000"/>
              </a:lnSpc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Introducing the New Software</a:t>
            </a:r>
            <a:endParaRPr dirty="0" lang="en-US"/>
          </a:p>
        </p:txBody>
      </p:sp>
      <p:sp>
        <p:nvSpPr>
          <p:cNvPr id="6" name="Slide Number Placeholder 5">
            <a:extLst>
              <a:ext uri="{B618DF31-F928-4D7E-9E03-C71A10EE8C6D}">
                <a16:creationId xmlns:a16="http://schemas.microsoft.com/office/drawing/2010/main" id="{9D66274F-DDEB-4A95-9D54-759E4A11F783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CB04214A-9DD7-4A35-8F0F-E6D47084FE1F}" type="slidenum"/>
            <a:endParaRPr dirty="0" lang="en-US"/>
          </a:p>
        </p:txBody>
      </p:sp>
      <p:pic>
        <p:nvPicPr>
          <p:cNvPr descr="A close up of a logo&#10;&#10;Description automatically generated" id="7" name="Picture 9">
            <a:extLst>
              <a:ext uri="{C74608B2-84BA-4F5F-AA46-D2116F8782AE}">
                <a16:creationId xmlns:a16="http://schemas.microsoft.com/office/drawing/2010/main" id="{BC1D2B98-A0F6-4CD9-B0B0-CDBC53CD1B2F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510060" y="2126413"/>
            <a:ext cx="1409817" cy="2592639"/>
          </a:xfrm>
          <a:prstGeom prst="rect">
            <a:avLst/>
          </a:prstGeom>
          <a:noFill/>
        </p:spPr>
      </p:pic>
      <p:cxnSp>
        <p:nvCxnSpPr>
          <p:cNvPr id="8" name="Straight Connector 14">
            <a:extLst>
              <a:ext uri="{7B3E4107-35B0-42A9-9710-D777C051C0FD}">
                <a16:creationId xmlns:a16="http://schemas.microsoft.com/office/drawing/2010/main" id="{EBF0B3AE-1107-458A-82EF-19B8A9D5B2CB}"/>
              </a:ext>
            </a:extLst>
          </p:cNvPr>
          <p:cNvCxnSpPr/>
          <p:nvPr/>
        </p:nvCxnSpPr>
        <p:spPr>
          <a:xfrm flipV="true" rot="0">
            <a:off x="1069422" y="3655961"/>
            <a:ext cx="2438744" cy="1484247"/>
          </a:xfrm>
          <a:prstGeom prst="line">
            <a:avLst/>
          </a:prstGeom>
          <a:ln cap="rnd" w="6350">
            <a:solidFill>
              <a:schemeClr val="accent2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15">
            <a:extLst>
              <a:ext uri="{17BED436-356B-4850-8984-068ACB8B68EE}">
                <a16:creationId xmlns:a16="http://schemas.microsoft.com/office/drawing/2010/main" id="{10FB7A28-C594-4AEA-993C-E8D423C509A5}"/>
              </a:ext>
            </a:extLst>
          </p:cNvPr>
          <p:cNvSpPr/>
          <p:nvPr/>
        </p:nvSpPr>
        <p:spPr>
          <a:xfrm rot="10800000">
            <a:off x="2802482" y="3758984"/>
            <a:ext cx="1512690" cy="1385533"/>
          </a:xfrm>
          <a:custGeom>
            <a:avLst/>
            <a:gdLst/>
            <a:ahLst/>
            <a:cxnLst/>
            <a:rect b="b" l="0" r="r" t="0"/>
            <a:pathLst>
              <a:path h="1847378" w="2016920">
                <a:moveTo>
                  <a:pt x="1193864" y="0"/>
                </a:moveTo>
                <a:lnTo>
                  <a:pt x="0" y="715584"/>
                </a:lnTo>
                <a:lnTo>
                  <a:pt x="2016920" y="1847378"/>
                </a:lnTo>
              </a:path>
            </a:pathLst>
          </a:custGeom>
          <a:noFill/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0" name="Oval 16">
            <a:extLst>
              <a:ext uri="{C344473D-42DC-46BA-8838-56FFCA209090}">
                <a16:creationId xmlns:a16="http://schemas.microsoft.com/office/drawing/2010/main" id="{0745091C-B044-446A-9CCB-294CC7ED4929}"/>
              </a:ext>
            </a:extLst>
          </p:cNvPr>
          <p:cNvSpPr/>
          <p:nvPr/>
        </p:nvSpPr>
        <p:spPr>
          <a:xfrm rot="10800000">
            <a:off x="3456654" y="3591139"/>
            <a:ext cx="103022" cy="103022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1" name="Oval 17">
            <a:extLst>
              <a:ext uri="{6DE6F5DD-D0AC-485A-AAD8-477ABBAAD870}">
                <a16:creationId xmlns:a16="http://schemas.microsoft.com/office/drawing/2010/main" id="{57FBA68C-472A-4CCF-8B3A-302C7EDFF2F0}"/>
              </a:ext>
            </a:extLst>
          </p:cNvPr>
          <p:cNvSpPr/>
          <p:nvPr/>
        </p:nvSpPr>
        <p:spPr>
          <a:xfrm rot="10800000">
            <a:off x="1060132" y="4851450"/>
            <a:ext cx="52367" cy="52734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2" name="Oval 18">
            <a:extLst>
              <a:ext uri="{398BB17B-2DBE-498C-802B-55D467C45BC4}">
                <a16:creationId xmlns:a16="http://schemas.microsoft.com/office/drawing/2010/main" id="{4FF14C03-9E4C-49FB-A85C-C6C8492CC242}"/>
              </a:ext>
            </a:extLst>
          </p:cNvPr>
          <p:cNvSpPr/>
          <p:nvPr/>
        </p:nvSpPr>
        <p:spPr>
          <a:xfrm rot="10800000">
            <a:off x="3749902" y="4904183"/>
            <a:ext cx="52367" cy="52887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3" name="Oval 20">
            <a:extLst>
              <a:ext uri="{C3DA01E0-F053-4F00-840E-D49EED6E4E38}">
                <a16:creationId xmlns:a16="http://schemas.microsoft.com/office/drawing/2010/main" id="{525F848D-6B5A-4F54-9E76-E22F567CA86A}"/>
              </a:ext>
            </a:extLst>
          </p:cNvPr>
          <p:cNvSpPr/>
          <p:nvPr/>
        </p:nvSpPr>
        <p:spPr>
          <a:xfrm rot="10800000">
            <a:off x="1895045" y="4557397"/>
            <a:ext cx="103022" cy="103022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4" name="Oval 21">
            <a:extLst>
              <a:ext uri="{1B92403D-7EF7-4FEC-971C-1B6ECC8416D9}">
                <a16:creationId xmlns:a16="http://schemas.microsoft.com/office/drawing/2010/main" id="{FEFEA44C-E938-4A6F-AF5B-A39A9591589B}"/>
              </a:ext>
            </a:extLst>
          </p:cNvPr>
          <p:cNvSpPr/>
          <p:nvPr/>
        </p:nvSpPr>
        <p:spPr>
          <a:xfrm rot="10800000">
            <a:off x="2775722" y="3729513"/>
            <a:ext cx="52367" cy="52887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5" name="Oval 22">
            <a:extLst>
              <a:ext uri="{83BDDEA3-07E4-4535-9077-70CB5AF2C67F}">
                <a16:creationId xmlns:a16="http://schemas.microsoft.com/office/drawing/2010/main" id="{B75C05BF-E043-4A78-BB20-CF06BE5A08B8}"/>
              </a:ext>
            </a:extLst>
          </p:cNvPr>
          <p:cNvSpPr/>
          <p:nvPr/>
        </p:nvSpPr>
        <p:spPr>
          <a:xfrm rot="10800000">
            <a:off x="437639" y="4055143"/>
            <a:ext cx="99384" cy="100080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descr="A close up of a logo&#10;&#10;Description automatically generated" id="16" name="Picture 12">
            <a:extLst>
              <a:ext uri="{C769EAD8-2635-4E6D-A3B7-A4ED39F86BCA}">
                <a16:creationId xmlns:a16="http://schemas.microsoft.com/office/drawing/2010/main" id="{E8829EAA-18DE-4760-A6B5-33A82B907D8D}"/>
              </a:ext>
            </a:extLst>
          </p:cNvPr>
          <p:cNvPicPr>
            <a:picLocks noChangeAspect="true"/>
          </p:cNvPicPr>
          <p:nvPr userDrawn="1"/>
        </p:nvPicPr>
        <p:blipFill>
          <a:blip r:embed="rId5"/>
          <a:stretch>
            <a:fillRect/>
          </a:stretch>
        </p:blipFill>
        <p:spPr>
          <a:xfrm rot="0">
            <a:off x="3216732" y="4000176"/>
            <a:ext cx="697546" cy="482742"/>
          </a:xfrm>
          <a:prstGeom prst="rect">
            <a:avLst/>
          </a:prstGeom>
          <a:noFill/>
        </p:spPr>
      </p:pic>
      <p:pic>
        <p:nvPicPr>
          <p:cNvPr descr="A close up of a logo&#10;&#10;Description automatically generated" id="17" name="Picture 11">
            <a:extLst>
              <a:ext uri="{28EC129D-423E-4A47-B5AD-4E2B131AE06B}">
                <a16:creationId xmlns:a16="http://schemas.microsoft.com/office/drawing/2010/main" id="{5B1B5C76-E7BD-4BF1-9D70-28D4FED307BF}"/>
              </a:ext>
            </a:extLst>
          </p:cNvPr>
          <p:cNvPicPr>
            <a:picLocks noChangeAspect="true"/>
          </p:cNvPicPr>
          <p:nvPr userDrawn="1"/>
        </p:nvPicPr>
        <p:blipFill>
          <a:blip r:embed="rId5"/>
          <a:stretch>
            <a:fillRect/>
          </a:stretch>
        </p:blipFill>
        <p:spPr>
          <a:xfrm rot="0">
            <a:off x="2042911" y="3921132"/>
            <a:ext cx="992693" cy="687001"/>
          </a:xfrm>
          <a:prstGeom prst="rect">
            <a:avLst/>
          </a:prstGeom>
          <a:noFill/>
        </p:spPr>
      </p:pic>
      <p:sp>
        <p:nvSpPr>
          <p:cNvPr id="18" name="Text Placeholder 4">
            <a:extLst>
              <a:ext uri="{D7ED295D-74A7-4ECB-9816-C478AC719768}">
                <a16:creationId xmlns:a16="http://schemas.microsoft.com/office/drawing/2010/main" id="{7AF77837-3821-4BF5-9DAA-527A5282A53E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4494231" y="581565"/>
            <a:ext cx="4021118" cy="4047583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600"/>
            </a:lvl2pPr>
            <a:lvl3pPr indent="0" lvl="2" marL="914400">
              <a:buNone/>
              <a:defRPr dirty="0" lang="en-US" sz="1600"/>
            </a:lvl3pPr>
            <a:lvl4pPr indent="0" lvl="3" marL="1371600">
              <a:buNone/>
              <a:defRPr dirty="0" lang="en-US" sz="1600"/>
            </a:lvl4pPr>
            <a:lvl5pPr indent="0" lvl="4" marL="1828800">
              <a:buNone/>
              <a:defRPr dirty="0" lang="en-US" sz="16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9" name="Date Placeholder 1">
            <a:extLst>
              <a:ext uri="{33D09E82-D9B0-48AA-8596-E486EF21F195}">
                <a16:creationId xmlns:a16="http://schemas.microsoft.com/office/drawing/2010/main" id="{EFAA2E83-9810-4EF4-B37F-E238B410D516}"/>
              </a:ext>
            </a:extLst>
          </p:cNvPr>
          <p:cNvSpPr>
            <a:spLocks noGrp="true"/>
          </p:cNvSpPr>
          <p:nvPr>
            <p:ph idx="13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0" name="Footer Placeholder 1">
            <a:extLst>
              <a:ext uri="{1962E579-87C4-498E-A4BE-FB6F6C39BB0E}">
                <a16:creationId xmlns:a16="http://schemas.microsoft.com/office/drawing/2010/main" id="{0B331538-E071-4D41-A003-C1D4635ED58C}"/>
              </a:ext>
            </a:extLst>
          </p:cNvPr>
          <p:cNvSpPr>
            <a:spLocks noGrp="true"/>
          </p:cNvSpPr>
          <p:nvPr>
            <p:ph idx="14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6ECA6E9E-35BB-4BCA-9586-C5D658294ECF}">
        <p14:creationId xmlns:p14="http://schemas.microsoft.com/office/powerpoint/2010/main" val="171342015870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W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C373FDB9-4FF0-4FCD-A069-6976127549EC}">
                <a16:creationId xmlns:a16="http://schemas.microsoft.com/office/drawing/2010/main" id="{9C4F09CB-B215-43B6-99A7-E1E0FF154FC4}"/>
              </a:ext>
            </a:extLst>
          </p:cNvPr>
          <p:cNvSpPr>
            <a:spLocks noGrp="true"/>
          </p:cNvSpPr>
          <p:nvPr>
            <p:ph type="pic"/>
          </p:nvPr>
        </p:nvSpPr>
        <p:spPr>
          <a:xfrm rot="0">
            <a:off x="1772529" y="3357889"/>
            <a:ext cx="1287194" cy="1284449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Rectangle 9">
            <a:extLst>
              <a:ext uri="{B810D71A-4A38-4E2A-9BB7-E835A88F2580}">
                <a16:creationId xmlns:a16="http://schemas.microsoft.com/office/drawing/2010/main" id="{8D8B7F91-5630-4E42-8C4B-232E65095D46}"/>
              </a:ext>
            </a:extLst>
          </p:cNvPr>
          <p:cNvSpPr/>
          <p:nvPr userDrawn="1"/>
        </p:nvSpPr>
        <p:spPr>
          <a:xfrm rot="0">
            <a:off x="4794920" y="0"/>
            <a:ext cx="4349079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id="4" name="Picture 7">
            <a:extLst>
              <a:ext uri="{8A156716-5019-4718-9C85-6DDCE1B3EA1F}">
                <a16:creationId xmlns:a16="http://schemas.microsoft.com/office/drawing/2010/main" id="{F2C0B29E-A70A-4136-BCEF-43F2F8ECB11A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45582" l="31559" r="7556" t="-8435"/>
          <a:stretch>
            <a:fillRect/>
          </a:stretch>
        </p:blipFill>
        <p:spPr>
          <a:xfrm rot="16200000">
            <a:off x="4157836" y="157335"/>
            <a:ext cx="5143500" cy="4828827"/>
          </a:xfrm>
          <a:prstGeom prst="rect">
            <a:avLst/>
          </a:prstGeom>
          <a:noFill/>
        </p:spPr>
      </p:pic>
      <p:sp>
        <p:nvSpPr>
          <p:cNvPr hidden="false" id="5" name="Title 1">
            <a:extLst>
              <a:ext uri="{9D335A98-D358-4166-B5F7-D8BA45302354}">
                <a16:creationId xmlns:a16="http://schemas.microsoft.com/office/drawing/2010/main" id="{F86AF39D-28DE-4579-8DD0-AC9EAC358F88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628650" y="581565"/>
            <a:ext cx="3686522" cy="605370"/>
          </a:xfrm>
        </p:spPr>
        <p:txBody>
          <a:bodyPr rtlCol="0" tIns="36000"/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why</a:t>
            </a:r>
            <a:endParaRPr dirty="0" lang="en-US"/>
          </a:p>
        </p:txBody>
      </p:sp>
      <p:sp>
        <p:nvSpPr>
          <p:cNvPr id="6" name="Slide Number Placeholder 5">
            <a:extLst>
              <a:ext uri="{EE656E85-B1AC-492A-8690-2D5CA556A5EF}">
                <a16:creationId xmlns:a16="http://schemas.microsoft.com/office/drawing/2010/main" id="{F9CA1DF0-3C5F-44C6-8926-59AF13AA696D}"/>
              </a:ext>
            </a:extLst>
          </p:cNvPr>
          <p:cNvSpPr>
            <a:spLocks noGrp="true"/>
          </p:cNvSpPr>
          <p:nvPr>
            <p:ph idx="2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382B71CC-0323-4955-A947-031D6CD82E12}" type="slidenum"/>
            <a:endParaRPr dirty="0" lang="en-US"/>
          </a:p>
        </p:txBody>
      </p:sp>
      <p:sp>
        <p:nvSpPr>
          <p:cNvPr id="7" name="Text Placeholder 13">
            <a:extLst>
              <a:ext uri="{D3F4854C-DBF1-4694-A937-CFE5CBDD579E}">
                <a16:creationId xmlns:a16="http://schemas.microsoft.com/office/drawing/2010/main" id="{347A1951-DBDC-4DF0-9459-30A050A91413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5601410" y="882254"/>
            <a:ext cx="2913940" cy="746521"/>
          </a:xfrm>
        </p:spPr>
        <p:txBody>
          <a:bodyPr anchor="ctr" rtlCol="0"/>
          <a:lstStyle>
            <a:lvl1pPr indent="0" lvl="0" marL="0">
              <a:buNone/>
              <a:defRPr dirty="0" lang="en-US" sz="1600">
                <a:solidFill>
                  <a:schemeClr val="bg1"/>
                </a:solidFill>
              </a:defRPr>
            </a:lvl1pPr>
            <a:lvl2pPr indent="0" lvl="1" marL="457200">
              <a:buNone/>
              <a:defRPr dirty="0" lang="en-US" sz="24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4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4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4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pic>
        <p:nvPicPr>
          <p:cNvPr descr="A picture containing animal, light&#10;&#10;Description automatically generated" id="8" name="Picture 19">
            <a:extLst>
              <a:ext uri="{E0B5F585-9289-4E96-8B53-6DB7F35C3B30}">
                <a16:creationId xmlns:a16="http://schemas.microsoft.com/office/drawing/2010/main" id="{389BA433-F364-4EF5-8A8E-8E19920594C4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27999"/>
          </a:blip>
          <a:srcRect b="43644" l="43355"/>
          <a:stretch>
            <a:fillRect/>
          </a:stretch>
        </p:blipFill>
        <p:spPr>
          <a:xfrm rot="0">
            <a:off x="0" y="1807695"/>
            <a:ext cx="3686523" cy="3335804"/>
          </a:xfrm>
          <a:prstGeom prst="rect">
            <a:avLst/>
          </a:prstGeom>
          <a:noFill/>
        </p:spPr>
      </p:pic>
      <p:sp>
        <p:nvSpPr>
          <p:cNvPr id="9" name="Text Placeholder 13">
            <a:extLst>
              <a:ext uri="{5CFB12A7-342F-436E-A77A-2C0174503AB6}">
                <a16:creationId xmlns:a16="http://schemas.microsoft.com/office/drawing/2010/main" id="{2C44854D-EF50-44B1-B5A8-81903E8EB18A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5601410" y="2168661"/>
            <a:ext cx="2913940" cy="746521"/>
          </a:xfrm>
        </p:spPr>
        <p:txBody>
          <a:bodyPr anchor="ctr" rtlCol="0"/>
          <a:lstStyle>
            <a:lvl1pPr indent="0" lvl="0" marL="0">
              <a:buNone/>
              <a:defRPr dirty="0" lang="en-US" sz="1600">
                <a:solidFill>
                  <a:schemeClr val="bg1"/>
                </a:solidFill>
              </a:defRPr>
            </a:lvl1pPr>
            <a:lvl2pPr indent="0" lvl="1" marL="457200">
              <a:buNone/>
              <a:defRPr dirty="0" lang="en-US" sz="24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4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4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4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id="10" name="Text Placeholder 13">
            <a:extLst>
              <a:ext uri="{DB4C9642-18B5-4EA7-89FF-66C490673F74}">
                <a16:creationId xmlns:a16="http://schemas.microsoft.com/office/drawing/2010/main" id="{A504EB66-75A9-4491-A701-F0F2E324F6B5}"/>
              </a:ext>
            </a:extLst>
          </p:cNvPr>
          <p:cNvSpPr>
            <a:spLocks noGrp="true"/>
          </p:cNvSpPr>
          <p:nvPr>
            <p:ph idx="5" type="body"/>
          </p:nvPr>
        </p:nvSpPr>
        <p:spPr>
          <a:xfrm rot="0">
            <a:off x="5601410" y="3514725"/>
            <a:ext cx="2913940" cy="746521"/>
          </a:xfrm>
        </p:spPr>
        <p:txBody>
          <a:bodyPr anchor="ctr" rtlCol="0"/>
          <a:lstStyle>
            <a:lvl1pPr indent="0" lvl="0" marL="0">
              <a:buNone/>
              <a:defRPr dirty="0" lang="en-US" sz="1600">
                <a:solidFill>
                  <a:schemeClr val="bg1"/>
                </a:solidFill>
              </a:defRPr>
            </a:lvl1pPr>
            <a:lvl2pPr indent="0" lvl="1" marL="457200">
              <a:buNone/>
              <a:defRPr dirty="0" lang="en-US" sz="24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4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4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4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id="11" name="Text Placeholder 4">
            <a:extLst>
              <a:ext uri="{3E82BC5F-1605-4F51-B723-F89AD4F38616}">
                <a16:creationId xmlns:a16="http://schemas.microsoft.com/office/drawing/2010/main" id="{BEF068E8-0CE3-41EC-B687-32C34049C63F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28650" y="1628775"/>
            <a:ext cx="3686175" cy="1550193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400"/>
            </a:lvl3pPr>
            <a:lvl4pPr indent="0" lvl="3" marL="1371600">
              <a:buNone/>
              <a:defRPr dirty="0" lang="en-US" sz="1400"/>
            </a:lvl4pPr>
            <a:lvl5pPr indent="0" lvl="4" marL="1828800">
              <a:buNone/>
              <a:defRPr dirty="0" lang="en-US" sz="14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2" name="Oval 24">
            <a:extLst>
              <a:ext uri="{586A5360-1775-48CE-9E02-0903A4E0E6C8}">
                <a16:creationId xmlns:a16="http://schemas.microsoft.com/office/drawing/2010/main" id="{989897FC-792A-4B9E-A45B-A63038086E05}"/>
              </a:ext>
            </a:extLst>
          </p:cNvPr>
          <p:cNvSpPr/>
          <p:nvPr userDrawn="1"/>
        </p:nvSpPr>
        <p:spPr>
          <a:xfrm rot="0">
            <a:off x="5234532" y="1159023"/>
            <a:ext cx="192983" cy="1929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3" name="Oval 26">
            <a:extLst>
              <a:ext uri="{20AFB3B9-FCC3-463F-9CF8-E1D124650AA0}">
                <a16:creationId xmlns:a16="http://schemas.microsoft.com/office/drawing/2010/main" id="{D4F131E7-85A8-4D26-B33D-1AC35F81CE8A}"/>
              </a:ext>
            </a:extLst>
          </p:cNvPr>
          <p:cNvSpPr/>
          <p:nvPr userDrawn="1"/>
        </p:nvSpPr>
        <p:spPr>
          <a:xfrm rot="0">
            <a:off x="5234532" y="2445431"/>
            <a:ext cx="192983" cy="1929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4" name="Oval 29">
            <a:extLst>
              <a:ext uri="{14B8B759-4BD3-408F-A758-2CD6C5C1B732}">
                <a16:creationId xmlns:a16="http://schemas.microsoft.com/office/drawing/2010/main" id="{8CD8485E-A439-4648-BB69-66DF6DA1ECF7}"/>
              </a:ext>
            </a:extLst>
          </p:cNvPr>
          <p:cNvSpPr/>
          <p:nvPr userDrawn="1"/>
        </p:nvSpPr>
        <p:spPr>
          <a:xfrm rot="0">
            <a:off x="5234532" y="3786594"/>
            <a:ext cx="192983" cy="1929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hidden="false" id="15" name="Date Placeholder 1">
            <a:extLst>
              <a:ext uri="{9DB10FE6-1190-474E-A1C2-32B88DBB664B}">
                <a16:creationId xmlns:a16="http://schemas.microsoft.com/office/drawing/2010/main" id="{3240C417-1D83-4BBC-92BA-4AB2A7F27608}"/>
              </a:ext>
            </a:extLst>
          </p:cNvPr>
          <p:cNvSpPr>
            <a:spLocks noGrp="true"/>
          </p:cNvSpPr>
          <p:nvPr>
            <p:ph idx="7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6" name="Footer Placeholder 1">
            <a:extLst>
              <a:ext uri="{F300F5CB-D7BE-4212-AA25-E031E1F92EC6}">
                <a16:creationId xmlns:a16="http://schemas.microsoft.com/office/drawing/2010/main" id="{AB719385-2639-4A71-B4D7-0C4FB68EEDEF}"/>
              </a:ext>
            </a:extLst>
          </p:cNvPr>
          <p:cNvSpPr>
            <a:spLocks noGrp="true"/>
          </p:cNvSpPr>
          <p:nvPr>
            <p:ph idx="8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B1DB2ED9-A43B-415F-BE7B-7A622E70CED9}">
        <p14:creationId xmlns:p14="http://schemas.microsoft.com/office/powerpoint/2010/main" val="1713420158705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Key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40FD7130-BD74-4FE8-87F1-673714DAD885}">
                <a16:creationId xmlns:a16="http://schemas.microsoft.com/office/drawing/2010/main" id="{DEDC00E0-BFCC-4AAC-B148-8EC0FBD243B2}"/>
              </a:ext>
            </a:extLst>
          </p:cNvPr>
          <p:cNvSpPr/>
          <p:nvPr userDrawn="1"/>
        </p:nvSpPr>
        <p:spPr>
          <a:xfrm rot="0">
            <a:off x="0" y="0"/>
            <a:ext cx="9144000" cy="21425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id="3" name="Picture 20">
            <a:extLst>
              <a:ext uri="{829B9051-E579-4BB3-8492-06F8C8B50506}">
                <a16:creationId xmlns:a16="http://schemas.microsoft.com/office/drawing/2010/main" id="{B47DDE4C-9493-4B34-A709-BAACC51E6E88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0000"/>
          </a:blip>
          <a:srcRect b="53201" l="43248" r="-20637" t="-15385"/>
          <a:stretch>
            <a:fillRect/>
          </a:stretch>
        </p:blipFill>
        <p:spPr>
          <a:xfrm rot="0">
            <a:off x="0" y="1508736"/>
            <a:ext cx="4973684" cy="3634763"/>
          </a:xfrm>
          <a:prstGeom prst="rect">
            <a:avLst/>
          </a:prstGeom>
          <a:noFill/>
        </p:spPr>
      </p:pic>
      <p:sp>
        <p:nvSpPr>
          <p:cNvPr hidden="false" id="4" name="Title 1">
            <a:extLst>
              <a:ext uri="{118CD8BC-5539-4000-BCE7-7231AC143B9D}">
                <a16:creationId xmlns:a16="http://schemas.microsoft.com/office/drawing/2010/main" id="{3CA7C04E-2EF5-4B0B-A034-A42026F9A50A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2813129" cy="1241554"/>
          </a:xfrm>
        </p:spPr>
        <p:txBody>
          <a:bodyPr rtlCol="0" tIns="36000"/>
          <a:lstStyle>
            <a:lvl1pPr lvl="0">
              <a:defRPr b="0" dirty="0" lang="en-US">
                <a:solidFill>
                  <a:schemeClr val="bg1"/>
                </a:solidFill>
                <a:latin typeface="Bungee"/>
              </a:defRPr>
            </a:lvl1pPr>
          </a:lstStyle>
          <a:p>
            <a:pPr/>
            <a:r>
              <a:rPr dirty="0" lang="en-US"/>
              <a:t>Key Features</a:t>
            </a:r>
            <a:endParaRPr dirty="0" lang="en-US"/>
          </a:p>
        </p:txBody>
      </p:sp>
      <p:sp>
        <p:nvSpPr>
          <p:cNvPr id="5" name="Slide Number Placeholder 5">
            <a:extLst>
              <a:ext uri="{893FD205-FA53-4AF3-BF85-D566DF3C9E7B}">
                <a16:creationId xmlns:a16="http://schemas.microsoft.com/office/drawing/2010/main" id="{D9EEF5A9-676D-44CE-BF3B-328A44711618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0901C34A-840B-4558-A0D7-BD3BE2B78622}" type="slidenum"/>
            <a:endParaRPr dirty="0" lang="en-US"/>
          </a:p>
        </p:txBody>
      </p:sp>
      <p:sp>
        <p:nvSpPr>
          <p:cNvPr id="6" name="Text Placeholder 15">
            <a:extLst>
              <a:ext uri="{070F1E3F-F6D3-4610-85EC-0514E2D706CA}">
                <a16:creationId xmlns:a16="http://schemas.microsoft.com/office/drawing/2010/main" id="{79D85A8E-85F8-4C34-A4FA-D6B06C7F04AB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620618" y="2376872"/>
            <a:ext cx="2503330" cy="743786"/>
          </a:xfrm>
          <a:ln>
            <a:noFill/>
          </a:ln>
        </p:spPr>
        <p:txBody>
          <a:bodyPr anchor="b" rtlCol="0"/>
          <a:lstStyle>
            <a:lvl1pPr algn="ctr"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algn="ctr" indent="0" lvl="1" marL="457200">
              <a:buNone/>
            </a:lvl2pPr>
            <a:lvl3pPr algn="ctr" indent="0" lvl="2" marL="914400">
              <a:buNone/>
            </a:lvl3pPr>
            <a:lvl4pPr algn="ctr" indent="0" lvl="3" marL="1371600">
              <a:buNone/>
            </a:lvl4pPr>
            <a:lvl5pPr algn="ctr" indent="0" lvl="4" marL="1828800">
              <a:buNone/>
            </a:lvl5pPr>
          </a:lstStyle>
          <a:p>
            <a:pPr lvl="0"/>
            <a:r>
              <a:rPr dirty="0" lang="en-US"/>
              <a:t>Item</a:t>
            </a:r>
            <a:endParaRPr dirty="0" lang="en-US"/>
          </a:p>
        </p:txBody>
      </p:sp>
      <p:sp>
        <p:nvSpPr>
          <p:cNvPr id="7" name="Text Placeholder 15">
            <a:extLst>
              <a:ext uri="{39E84EE6-5B6E-46C1-AAD7-C392E12A4ED7}">
                <a16:creationId xmlns:a16="http://schemas.microsoft.com/office/drawing/2010/main" id="{81FE0E7B-9776-4F95-95B5-31F1F2A4F306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3320335" y="2376872"/>
            <a:ext cx="2503330" cy="743786"/>
          </a:xfrm>
          <a:ln>
            <a:noFill/>
          </a:ln>
        </p:spPr>
        <p:txBody>
          <a:bodyPr anchor="b" rtlCol="0"/>
          <a:lstStyle>
            <a:lvl1pPr algn="ctr"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algn="ctr" indent="0" lvl="1" marL="457200">
              <a:buNone/>
            </a:lvl2pPr>
            <a:lvl3pPr algn="ctr" indent="0" lvl="2" marL="914400">
              <a:buNone/>
            </a:lvl3pPr>
            <a:lvl4pPr algn="ctr" indent="0" lvl="3" marL="1371600">
              <a:buNone/>
            </a:lvl4pPr>
            <a:lvl5pPr algn="ctr" indent="0" lvl="4" marL="1828800">
              <a:buNone/>
            </a:lvl5pPr>
          </a:lstStyle>
          <a:p>
            <a:pPr lvl="0"/>
            <a:r>
              <a:rPr dirty="0" lang="en-US"/>
              <a:t>Item</a:t>
            </a:r>
            <a:endParaRPr dirty="0" lang="en-US"/>
          </a:p>
        </p:txBody>
      </p:sp>
      <p:sp>
        <p:nvSpPr>
          <p:cNvPr id="8" name="Text Placeholder 15">
            <a:extLst>
              <a:ext uri="{96408719-9CF2-4E71-B50C-8039F9C66592}">
                <a16:creationId xmlns:a16="http://schemas.microsoft.com/office/drawing/2010/main" id="{00D4A455-5031-44A0-9E27-C63D86BD190E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6009568" y="2376872"/>
            <a:ext cx="2503330" cy="743786"/>
          </a:xfrm>
          <a:ln>
            <a:noFill/>
          </a:ln>
        </p:spPr>
        <p:txBody>
          <a:bodyPr anchor="b" rtlCol="0"/>
          <a:lstStyle>
            <a:lvl1pPr algn="ctr"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algn="ctr" indent="0" lvl="1" marL="457200">
              <a:buNone/>
            </a:lvl2pPr>
            <a:lvl3pPr algn="ctr" indent="0" lvl="2" marL="914400">
              <a:buNone/>
            </a:lvl3pPr>
            <a:lvl4pPr algn="ctr" indent="0" lvl="3" marL="1371600">
              <a:buNone/>
            </a:lvl4pPr>
            <a:lvl5pPr algn="ctr" indent="0" lvl="4" marL="1828800">
              <a:buNone/>
            </a:lvl5pPr>
          </a:lstStyle>
          <a:p>
            <a:pPr lvl="0"/>
            <a:r>
              <a:rPr dirty="0" lang="en-US"/>
              <a:t>Item</a:t>
            </a:r>
            <a:endParaRPr dirty="0" lang="en-US"/>
          </a:p>
        </p:txBody>
      </p:sp>
      <p:pic>
        <p:nvPicPr>
          <p:cNvPr id="9" name="Picture 34">
            <a:extLst>
              <a:ext uri="{E8552B26-0C81-4422-BA41-D60465AF6AE1}">
                <a16:creationId xmlns:a16="http://schemas.microsoft.com/office/drawing/2010/main" id="{5460FA5B-AA91-491C-A538-883B78EA6653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53117" l="32358" r="-10589" t="9828"/>
          <a:stretch>
            <a:fillRect/>
          </a:stretch>
        </p:blipFill>
        <p:spPr>
          <a:xfrm flipH="true" rot="0">
            <a:off x="4170315" y="0"/>
            <a:ext cx="4973684" cy="2142592"/>
          </a:xfrm>
          <a:prstGeom prst="rect">
            <a:avLst/>
          </a:prstGeom>
          <a:noFill/>
        </p:spPr>
      </p:pic>
      <p:sp>
        <p:nvSpPr>
          <p:cNvPr id="10" name="Text Placeholder 4">
            <a:extLst>
              <a:ext uri="{13BE70CA-0543-46E1-8649-EB445D2CFEBD}">
                <a16:creationId xmlns:a16="http://schemas.microsoft.com/office/drawing/2010/main" id="{E3B4F2B9-8BE1-4C8A-85C1-E0F754A243AA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3638164" y="581565"/>
            <a:ext cx="4874734" cy="1241554"/>
          </a:xfrm>
        </p:spPr>
        <p:txBody>
          <a:bodyPr rtlCol="0"/>
          <a:lstStyle>
            <a:lvl1pPr indent="0" lvl="0" marL="0"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0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0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0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id="11" name="Picture Placeholder 3">
            <a:extLst>
              <a:ext uri="{6941EE77-93C4-4E56-87CC-4FCBEC28D44F}">
                <a16:creationId xmlns:a16="http://schemas.microsoft.com/office/drawing/2010/main" id="{7B41F517-0637-4AD4-8792-03ED1E90FA57}"/>
              </a:ext>
            </a:extLst>
          </p:cNvPr>
          <p:cNvSpPr>
            <a:spLocks noGrp="true"/>
          </p:cNvSpPr>
          <p:nvPr>
            <p:ph idx="16" type="pic"/>
          </p:nvPr>
        </p:nvSpPr>
        <p:spPr>
          <a:xfrm rot="0">
            <a:off x="1430382" y="3326606"/>
            <a:ext cx="1175895" cy="1064418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2" name="Picture Placeholder 3">
            <a:extLst>
              <a:ext uri="{1CA6851D-21F2-44D6-8AB6-373AA48D64A9}">
                <a16:creationId xmlns:a16="http://schemas.microsoft.com/office/drawing/2010/main" id="{2FE18FB4-3EF9-4C1D-AA14-043B40294CC0}"/>
              </a:ext>
            </a:extLst>
          </p:cNvPr>
          <p:cNvSpPr>
            <a:spLocks noGrp="true"/>
          </p:cNvSpPr>
          <p:nvPr>
            <p:ph idx="17" type="pic"/>
          </p:nvPr>
        </p:nvSpPr>
        <p:spPr>
          <a:xfrm rot="0">
            <a:off x="4086781" y="3326606"/>
            <a:ext cx="1175895" cy="1064418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3" name="Picture Placeholder 3">
            <a:extLst>
              <a:ext uri="{CC4E58E8-1FB7-4A35-BF6B-C02E3EE5ACB1}">
                <a16:creationId xmlns:a16="http://schemas.microsoft.com/office/drawing/2010/main" id="{5C44A7CB-B5A4-48F7-8A3C-984BF4A2953B}"/>
              </a:ext>
            </a:extLst>
          </p:cNvPr>
          <p:cNvSpPr>
            <a:spLocks noGrp="true"/>
          </p:cNvSpPr>
          <p:nvPr>
            <p:ph idx="18" type="pic"/>
          </p:nvPr>
        </p:nvSpPr>
        <p:spPr>
          <a:xfrm rot="0">
            <a:off x="6673285" y="3326606"/>
            <a:ext cx="1175895" cy="1064418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hidden="false" id="14" name="Date Placeholder 1">
            <a:extLst>
              <a:ext uri="{C4DA36D7-3A47-42F9-9664-7B056D749D28}">
                <a16:creationId xmlns:a16="http://schemas.microsoft.com/office/drawing/2010/main" id="{2B21079D-8840-4F79-9A58-BF3BF6D0F42B}"/>
              </a:ext>
            </a:extLst>
          </p:cNvPr>
          <p:cNvSpPr>
            <a:spLocks noGrp="true"/>
          </p:cNvSpPr>
          <p:nvPr>
            <p:ph idx="19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5" name="Footer Placeholder 1">
            <a:extLst>
              <a:ext uri="{A12ACC66-CAF3-4F8E-B1A3-B6A4C4D0C291}">
                <a16:creationId xmlns:a16="http://schemas.microsoft.com/office/drawing/2010/main" id="{ABAC5889-B9ED-4B5D-A5F3-A731FB469DF8}"/>
              </a:ext>
            </a:extLst>
          </p:cNvPr>
          <p:cNvSpPr>
            <a:spLocks noGrp="true"/>
          </p:cNvSpPr>
          <p:nvPr>
            <p:ph idx="20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C77C21A9-F589-4AA4-84CC-8ECD1E0862B9}">
        <p14:creationId xmlns:p14="http://schemas.microsoft.com/office/powerpoint/2010/main" val="1713420158709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6DD638C5-6D92-4DDC-9AEE-76BDC617DED8}">
                <a16:creationId xmlns:a16="http://schemas.microsoft.com/office/drawing/2010/main" id="{974404FA-A2DB-44B8-9F6D-D21096518656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45361" l="41147" r="-19370" t="-8214"/>
          <a:stretch>
            <a:fillRect/>
          </a:stretch>
        </p:blipFill>
        <p:spPr>
          <a:xfrm rot="0">
            <a:off x="0" y="1626161"/>
            <a:ext cx="4813004" cy="3517339"/>
          </a:xfrm>
          <a:prstGeom prst="rect">
            <a:avLst/>
          </a:prstGeom>
          <a:noFill/>
        </p:spPr>
      </p:pic>
      <p:pic>
        <p:nvPicPr>
          <p:cNvPr id="3" name="Picture 6">
            <a:extLst>
              <a:ext uri="{CD3A0CD3-4041-4586-A8E1-F130C11BFF44}">
                <a16:creationId xmlns:a16="http://schemas.microsoft.com/office/drawing/2010/main" id="{E5DE68C6-E725-40C5-8455-70391D541022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hidden="false" id="4" name="Title 1">
            <a:extLst>
              <a:ext uri="{D0D1C834-60F6-47CD-91ED-129BE8A6F412}">
                <a16:creationId xmlns:a16="http://schemas.microsoft.com/office/drawing/2010/main" id="{3F1915E5-D5E7-42B2-81F8-8F2B12FA8CC1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3686522" cy="1047209"/>
          </a:xfrm>
        </p:spPr>
        <p:txBody>
          <a:bodyPr rtlCol="0" tIns="36000">
            <a:noAutofit/>
          </a:bodyPr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Benefits to </a:t>
            </a:r>
            <a:br>
              <a:rPr dirty="0" lang="en-US"/>
            </a:br>
            <a:r>
              <a:rPr dirty="0" lang="en-US"/>
              <a:t>the Company</a:t>
            </a:r>
            <a:endParaRPr dirty="0" lang="en-US"/>
          </a:p>
        </p:txBody>
      </p:sp>
      <p:sp>
        <p:nvSpPr>
          <p:cNvPr id="5" name="Slide Number Placeholder 5">
            <a:extLst>
              <a:ext uri="{D817733F-8539-4F90-8F9B-5EFBEA42236B}">
                <a16:creationId xmlns:a16="http://schemas.microsoft.com/office/drawing/2010/main" id="{01A0303A-75B8-4EB6-814F-CB78BF593005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D063ABD6-14B8-44E1-B564-DE4EEF9215E4}" type="slidenum"/>
            <a:endParaRPr dirty="0" lang="en-US"/>
          </a:p>
        </p:txBody>
      </p:sp>
      <p:grpSp>
        <p:nvGrpSpPr>
          <p:cNvPr id="6" name="Group 8">
            <a:extLst>
              <a:ext uri="{6854EFEA-2551-45E5-8735-0854717D2286}">
                <a16:creationId xmlns:a16="http://schemas.microsoft.com/office/drawing/2010/main" id="{14DFC3CD-1387-4686-A1E6-AB1991963B62}"/>
              </a:ext>
            </a:extLst>
          </p:cNvPr>
          <p:cNvGrpSpPr/>
          <p:nvPr/>
        </p:nvGrpSpPr>
        <p:grpSpPr>
          <a:xfrm rot="0">
            <a:off x="0" y="3913201"/>
            <a:ext cx="2347708" cy="1231316"/>
            <a:chOff x="78502" y="4788186"/>
            <a:chExt cx="3949028" cy="2071171"/>
          </a:xfrm>
        </p:grpSpPr>
        <p:cxnSp>
          <p:nvCxnSpPr>
            <p:cNvPr id="7" name="Straight Connector 14">
              <a:extLst>
                <a:ext uri="{EC668E1B-511F-44F9-9703-8547CA1ED9BD}">
                  <a16:creationId xmlns:a16="http://schemas.microsoft.com/office/drawing/2010/main" id="{4BF2C72F-3655-48F5-9FFB-92024CAA157E}"/>
                </a:ext>
              </a:extLst>
            </p:cNvPr>
            <p:cNvCxnSpPr/>
            <p:nvPr/>
          </p:nvCxnSpPr>
          <p:spPr>
            <a:xfrm flipV="true" rot="0">
              <a:off x="78502" y="4874614"/>
              <a:ext cx="2873020" cy="1734813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15">
              <a:extLst>
                <a:ext uri="{143318CB-25D6-47BD-997F-5BA8D30DBE7E}">
                  <a16:creationId xmlns:a16="http://schemas.microsoft.com/office/drawing/2010/main" id="{A6D0E25A-FE8C-4BED-B385-E9F130C39ECF}"/>
                </a:ext>
              </a:extLst>
            </p:cNvPr>
            <p:cNvSpPr/>
            <p:nvPr/>
          </p:nvSpPr>
          <p:spPr>
            <a:xfrm rot="10800000">
              <a:off x="2010610" y="5011979"/>
              <a:ext cx="2016919" cy="1847378"/>
            </a:xfrm>
            <a:custGeom>
              <a:avLst/>
              <a:gdLst/>
              <a:ahLst/>
              <a:cxnLst/>
              <a:rect b="b" l="0" r="r" t="0"/>
              <a:pathLst>
                <a:path h="1847378" w="2016920">
                  <a:moveTo>
                    <a:pt x="1193864" y="0"/>
                  </a:moveTo>
                  <a:lnTo>
                    <a:pt x="0" y="715584"/>
                  </a:lnTo>
                  <a:lnTo>
                    <a:pt x="2016920" y="1847378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9" name="Oval 16">
              <a:extLst>
                <a:ext uri="{A5F88CF8-4D14-43AA-B8D2-479EC296A713}">
                  <a16:creationId xmlns:a16="http://schemas.microsoft.com/office/drawing/2010/main" id="{C9E2A376-5423-4F1B-918F-930CE39FEA2B}"/>
                </a:ext>
              </a:extLst>
            </p:cNvPr>
            <p:cNvSpPr/>
            <p:nvPr/>
          </p:nvSpPr>
          <p:spPr>
            <a:xfrm rot="10800000">
              <a:off x="2882840" y="4788186"/>
              <a:ext cx="137363" cy="137363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0" name="Oval 18">
              <a:extLst>
                <a:ext uri="{F0094AAF-95FF-4C83-99CD-BFB087DCE78F}">
                  <a16:creationId xmlns:a16="http://schemas.microsoft.com/office/drawing/2010/main" id="{F7F424F2-2997-4989-AD45-BCC254A0158D}"/>
                </a:ext>
              </a:extLst>
            </p:cNvPr>
            <p:cNvSpPr/>
            <p:nvPr/>
          </p:nvSpPr>
          <p:spPr>
            <a:xfrm rot="10800000">
              <a:off x="3273837" y="6538912"/>
              <a:ext cx="69824" cy="70517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1" name="Oval 20">
              <a:extLst>
                <a:ext uri="{65AB54AA-1B69-48ED-A278-7C9882A95F6C}">
                  <a16:creationId xmlns:a16="http://schemas.microsoft.com/office/drawing/2010/main" id="{0A0C8079-C927-4BAC-9E3F-BE51D3329F1D}"/>
                </a:ext>
              </a:extLst>
            </p:cNvPr>
            <p:cNvSpPr/>
            <p:nvPr/>
          </p:nvSpPr>
          <p:spPr>
            <a:xfrm rot="10800000">
              <a:off x="800694" y="6076530"/>
              <a:ext cx="137363" cy="137363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2" name="Oval 21">
              <a:extLst>
                <a:ext uri="{EC3CC416-FFC0-46FC-9242-5AA1B49B1FA0}">
                  <a16:creationId xmlns:a16="http://schemas.microsoft.com/office/drawing/2010/main" id="{DE6B412E-2B89-4E38-ABFD-7A75886A399E}"/>
                </a:ext>
              </a:extLst>
            </p:cNvPr>
            <p:cNvSpPr/>
            <p:nvPr/>
          </p:nvSpPr>
          <p:spPr>
            <a:xfrm rot="10800000">
              <a:off x="1974930" y="4972685"/>
              <a:ext cx="69824" cy="70517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pic>
          <p:nvPicPr>
            <p:cNvPr descr="A close up of a logo&#10;&#10;Description automatically generated" id="13" name="Picture 12">
              <a:extLst>
                <a:ext uri="{4B503A36-FED5-476A-9678-FEB6B14EDBC7}">
                  <a16:creationId xmlns:a16="http://schemas.microsoft.com/office/drawing/2010/main" id="{98760602-0622-4A25-8B74-3918F7A16229}"/>
                </a:ext>
              </a:extLst>
            </p:cNvPr>
            <p:cNvPicPr>
              <a:picLocks noChangeAspect="true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0">
              <a:off x="2562943" y="5333568"/>
              <a:ext cx="930062" cy="643657"/>
            </a:xfrm>
            <a:prstGeom prst="rect">
              <a:avLst/>
            </a:prstGeom>
            <a:noFill/>
          </p:spPr>
        </p:pic>
        <p:pic>
          <p:nvPicPr>
            <p:cNvPr descr="A close up of a logo&#10;&#10;Description automatically generated" id="14" name="Picture 11">
              <a:extLst>
                <a:ext uri="{B92B96E7-A507-469B-9246-EACEB35D5C77}">
                  <a16:creationId xmlns:a16="http://schemas.microsoft.com/office/drawing/2010/main" id="{EE975772-18B6-4662-97BB-77A9A35481A7}"/>
                </a:ext>
              </a:extLst>
            </p:cNvPr>
            <p:cNvPicPr>
              <a:picLocks noChangeAspect="true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0">
              <a:off x="997849" y="5228176"/>
              <a:ext cx="1323591" cy="916002"/>
            </a:xfrm>
            <a:prstGeom prst="rect">
              <a:avLst/>
            </a:prstGeom>
            <a:noFill/>
          </p:spPr>
        </p:pic>
      </p:grpSp>
      <p:sp>
        <p:nvSpPr>
          <p:cNvPr id="15" name="Text Placeholder 13">
            <a:extLst>
              <a:ext uri="{EB07F421-A3A0-44C9-9FC3-6536479293E5}">
                <a16:creationId xmlns:a16="http://schemas.microsoft.com/office/drawing/2010/main" id="{AE4532E8-3803-41C4-B108-D5BB25EC6D38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5601410" y="882254"/>
            <a:ext cx="2913940" cy="746521"/>
          </a:xfrm>
        </p:spPr>
        <p:txBody>
          <a:bodyPr anchor="ctr" rtlCol="0"/>
          <a:lstStyle>
            <a:lvl1pPr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  <a:defRPr dirty="0" lang="en-US" sz="24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4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4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4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id="16" name="Text Placeholder 13">
            <a:extLst>
              <a:ext uri="{98934433-EA4D-4CB2-99ED-EEDCFB999EDD}">
                <a16:creationId xmlns:a16="http://schemas.microsoft.com/office/drawing/2010/main" id="{B228A4DF-D082-4B9E-BEF7-AE11A074A575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5601410" y="2168661"/>
            <a:ext cx="2913940" cy="746521"/>
          </a:xfrm>
        </p:spPr>
        <p:txBody>
          <a:bodyPr anchor="ctr" rtlCol="0"/>
          <a:lstStyle>
            <a:lvl1pPr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  <a:defRPr dirty="0" lang="en-US" sz="24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4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4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4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id="17" name="Text Placeholder 13">
            <a:extLst>
              <a:ext uri="{ADFA0B8E-C22A-4CDA-8135-714402CE8433}">
                <a16:creationId xmlns:a16="http://schemas.microsoft.com/office/drawing/2010/main" id="{9182B727-3FED-47B9-8503-1AE5B644BB6D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5601410" y="3514725"/>
            <a:ext cx="2913940" cy="746521"/>
          </a:xfrm>
        </p:spPr>
        <p:txBody>
          <a:bodyPr anchor="ctr" rtlCol="0"/>
          <a:lstStyle>
            <a:lvl1pPr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  <a:defRPr dirty="0" lang="en-US" sz="24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4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4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4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id="18" name="Text Placeholder 4">
            <a:extLst>
              <a:ext uri="{0703BB60-11E2-4560-B3DD-EA724A224E8A}">
                <a16:creationId xmlns:a16="http://schemas.microsoft.com/office/drawing/2010/main" id="{FDA539C7-F071-4E81-B77B-1243505947F8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628650" y="1618560"/>
            <a:ext cx="3686175" cy="1560408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400"/>
            </a:lvl3pPr>
            <a:lvl4pPr indent="0" lvl="3" marL="1371600">
              <a:buNone/>
              <a:defRPr dirty="0" lang="en-US" sz="1400"/>
            </a:lvl4pPr>
            <a:lvl5pPr indent="0" lvl="4" marL="1828800">
              <a:buNone/>
              <a:defRPr dirty="0" lang="en-US" sz="14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9" name="Picture Placeholder 3">
            <a:extLst>
              <a:ext uri="{F58A0DD0-F201-4A51-8C7F-F414B7AEBB92}">
                <a16:creationId xmlns:a16="http://schemas.microsoft.com/office/drawing/2010/main" id="{D8BED626-744B-4BF2-83C3-73253095DB30}"/>
              </a:ext>
            </a:extLst>
          </p:cNvPr>
          <p:cNvSpPr>
            <a:spLocks noGrp="true"/>
          </p:cNvSpPr>
          <p:nvPr>
            <p:ph idx="16" type="pic"/>
          </p:nvPr>
        </p:nvSpPr>
        <p:spPr>
          <a:xfrm rot="0">
            <a:off x="4943822" y="954881"/>
            <a:ext cx="503287" cy="538162"/>
          </a:xfrm>
        </p:spPr>
        <p:txBody>
          <a:bodyPr rtlCol="0"/>
          <a:lstStyle>
            <a:lvl1pPr indent="0" lvl="0" marL="0">
              <a:buNone/>
              <a:defRPr dirty="0" lang="en-US" sz="11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20" name="Picture Placeholder 3">
            <a:extLst>
              <a:ext uri="{1E25AAD6-83B8-4701-B68F-72CAC7B72D6D}">
                <a16:creationId xmlns:a16="http://schemas.microsoft.com/office/drawing/2010/main" id="{099CEBC3-225E-4226-9699-09C9009ACA34}"/>
              </a:ext>
            </a:extLst>
          </p:cNvPr>
          <p:cNvSpPr>
            <a:spLocks noGrp="true"/>
          </p:cNvSpPr>
          <p:nvPr>
            <p:ph idx="17" type="pic"/>
          </p:nvPr>
        </p:nvSpPr>
        <p:spPr>
          <a:xfrm rot="0">
            <a:off x="4943822" y="2272841"/>
            <a:ext cx="503287" cy="538162"/>
          </a:xfrm>
        </p:spPr>
        <p:txBody>
          <a:bodyPr rtlCol="0"/>
          <a:lstStyle>
            <a:lvl1pPr indent="0" lvl="0" marL="0">
              <a:buNone/>
              <a:defRPr dirty="0" lang="en-US" sz="11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21" name="Picture Placeholder 3">
            <a:extLst>
              <a:ext uri="{6A14B6E9-33DB-4B24-91C3-8AAC2AF0FF90}">
                <a16:creationId xmlns:a16="http://schemas.microsoft.com/office/drawing/2010/main" id="{0684832C-5D9F-4FD0-ABA4-DF923C88A1F3}"/>
              </a:ext>
            </a:extLst>
          </p:cNvPr>
          <p:cNvSpPr>
            <a:spLocks noGrp="true"/>
          </p:cNvSpPr>
          <p:nvPr>
            <p:ph idx="18" type="pic"/>
          </p:nvPr>
        </p:nvSpPr>
        <p:spPr>
          <a:xfrm rot="0">
            <a:off x="4943822" y="3618904"/>
            <a:ext cx="503287" cy="538162"/>
          </a:xfrm>
        </p:spPr>
        <p:txBody>
          <a:bodyPr rtlCol="0"/>
          <a:lstStyle>
            <a:lvl1pPr indent="0" lvl="0" marL="0">
              <a:buNone/>
              <a:defRPr dirty="0" lang="en-US" sz="11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hidden="false" id="22" name="Date Placeholder 1">
            <a:extLst>
              <a:ext uri="{E9869CD5-F687-44CA-B28E-00739FF50FC4}">
                <a16:creationId xmlns:a16="http://schemas.microsoft.com/office/drawing/2010/main" id="{55BCD270-138E-4873-A9BE-9D9FBFDCB3BE}"/>
              </a:ext>
            </a:extLst>
          </p:cNvPr>
          <p:cNvSpPr>
            <a:spLocks noGrp="true"/>
          </p:cNvSpPr>
          <p:nvPr>
            <p:ph idx="19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3" name="Footer Placeholder 1">
            <a:extLst>
              <a:ext uri="{700EA548-893D-4F36-AC20-7E55733DFD83}">
                <a16:creationId xmlns:a16="http://schemas.microsoft.com/office/drawing/2010/main" id="{74240CA8-2BA5-420B-B5A7-DA42DF417C13}"/>
              </a:ext>
            </a:extLst>
          </p:cNvPr>
          <p:cNvSpPr>
            <a:spLocks noGrp="true"/>
          </p:cNvSpPr>
          <p:nvPr>
            <p:ph idx="20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2B9388CB-CB3D-4901-A35B-3BC78C093DDE}">
        <p14:creationId xmlns:p14="http://schemas.microsoft.com/office/powerpoint/2010/main" val="1713420158713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Key Dat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>
            <a:extLst>
              <a:ext uri="{8E226E0F-71EA-4B07-B9AD-80B134B5E355}">
                <a16:creationId xmlns:a16="http://schemas.microsoft.com/office/drawing/2010/main" id="{26594F94-51B4-4CA1-A948-99CC7DEFC7AF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32000"/>
          </a:blip>
          <a:srcRect b="53201" l="43248" r="-20637" t="-15385"/>
          <a:stretch>
            <a:fillRect/>
          </a:stretch>
        </p:blipFill>
        <p:spPr>
          <a:xfrm rot="0">
            <a:off x="15192" y="1232649"/>
            <a:ext cx="5351477" cy="3910853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C1594126-2CBE-4E76-B6B5-7065B3702B64}">
                <a16:creationId xmlns:a16="http://schemas.microsoft.com/office/drawing/2010/main" id="{DC3F0B3D-3BD9-45C7-86C6-C1EA1D38E28F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2813129" cy="1047209"/>
          </a:xfrm>
        </p:spPr>
        <p:txBody>
          <a:bodyPr rtlCol="0" tIns="36000"/>
          <a:lstStyle>
            <a:lvl1pPr lvl="0">
              <a:defRPr b="0" dirty="0" lang="en-US" sz="2800">
                <a:solidFill>
                  <a:schemeClr val="bg1"/>
                </a:solidFill>
                <a:latin typeface="Bungee"/>
              </a:defRPr>
            </a:lvl1pPr>
          </a:lstStyle>
          <a:p>
            <a:pPr/>
            <a:r>
              <a:rPr dirty="0" lang="en-US"/>
              <a:t>Key Data</a:t>
            </a:r>
            <a:endParaRPr dirty="0" lang="en-US"/>
          </a:p>
        </p:txBody>
      </p:sp>
      <p:sp>
        <p:nvSpPr>
          <p:cNvPr id="4" name="Slide Number Placeholder 5">
            <a:extLst>
              <a:ext uri="{6D486A4F-2733-43AD-9428-30EC4C030375}">
                <a16:creationId xmlns:a16="http://schemas.microsoft.com/office/drawing/2010/main" id="{A4439E8D-E86B-4D63-A6EE-1FF4C7E534DB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8805F66E-0D9F-4D48-BC04-C0363765B14B}" type="slidenum"/>
            <a:endParaRPr dirty="0" lang="en-US"/>
          </a:p>
        </p:txBody>
      </p:sp>
      <p:sp>
        <p:nvSpPr>
          <p:cNvPr id="5" name="Rectangle 3">
            <a:extLst>
              <a:ext uri="{3CE320C7-D635-44C8-90CF-B9471B663306}">
                <a16:creationId xmlns:a16="http://schemas.microsoft.com/office/drawing/2010/main" id="{B8764271-6644-484B-8710-7EC90073ECF6}"/>
              </a:ext>
            </a:extLst>
          </p:cNvPr>
          <p:cNvSpPr/>
          <p:nvPr userDrawn="1"/>
        </p:nvSpPr>
        <p:spPr>
          <a:xfrm rot="0">
            <a:off x="3751729" y="581565"/>
            <a:ext cx="4763620" cy="40475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id="6" name="Picture 34">
            <a:extLst>
              <a:ext uri="{338059B8-914D-456C-B951-933655938EBB}">
                <a16:creationId xmlns:a16="http://schemas.microsoft.com/office/drawing/2010/main" id="{304A150C-55C6-4AC4-8DCD-5C805DED6784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1217" l="32358" r="-10589" t="9828"/>
          <a:stretch>
            <a:fillRect/>
          </a:stretch>
        </p:blipFill>
        <p:spPr>
          <a:xfrm flipH="true" rot="0">
            <a:off x="4170314" y="0"/>
            <a:ext cx="4973684" cy="5143500"/>
          </a:xfrm>
          <a:prstGeom prst="rect">
            <a:avLst/>
          </a:prstGeom>
          <a:noFill/>
        </p:spPr>
      </p:pic>
      <p:sp>
        <p:nvSpPr>
          <p:cNvPr id="7" name="Chart Placeholder 6">
            <a:extLst>
              <a:ext uri="{5EE222F6-524A-464F-9237-CE2FDDFCAFEF}">
                <a16:creationId xmlns:a16="http://schemas.microsoft.com/office/drawing/2010/main" id="{C5064E0D-15DD-4F85-805C-682A277E72D6}"/>
              </a:ext>
            </a:extLst>
          </p:cNvPr>
          <p:cNvSpPr>
            <a:spLocks noGrp="true"/>
          </p:cNvSpPr>
          <p:nvPr>
            <p:ph idx="12" type="chart"/>
          </p:nvPr>
        </p:nvSpPr>
        <p:spPr>
          <a:xfrm rot="0">
            <a:off x="4020741" y="869156"/>
            <a:ext cx="4258164" cy="3496866"/>
          </a:xfrm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Text Placeholder 4">
            <a:extLst>
              <a:ext uri="{84C140B5-0E29-4B2C-93C2-D063FBDC0DC5}">
                <a16:creationId xmlns:a16="http://schemas.microsoft.com/office/drawing/2010/main" id="{E38F8CCA-BFF2-4B41-A346-6E9C2C875EC7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628650" y="1628775"/>
            <a:ext cx="2813129" cy="3000375"/>
          </a:xfrm>
        </p:spPr>
        <p:txBody>
          <a:bodyPr rtlCol="0"/>
          <a:lstStyle>
            <a:lvl1pPr indent="0" lvl="0" marL="0"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buNone/>
              <a:defRPr dirty="0" lang="en-US" sz="14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14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9" name="Date Placeholder 1">
            <a:extLst>
              <a:ext uri="{AB419D63-5064-41DC-9748-40F4BD1CDD92}">
                <a16:creationId xmlns:a16="http://schemas.microsoft.com/office/drawing/2010/main" id="{F813694D-A261-49C7-9985-765FC9DBF421}"/>
              </a:ext>
            </a:extLst>
          </p:cNvPr>
          <p:cNvSpPr>
            <a:spLocks noGrp="true"/>
          </p:cNvSpPr>
          <p:nvPr>
            <p:ph idx="14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0" name="Footer Placeholder 1">
            <a:extLst>
              <a:ext uri="{3EBD2B4C-B85B-4E9D-B243-4ADAE5F7E764}">
                <a16:creationId xmlns:a16="http://schemas.microsoft.com/office/drawing/2010/main" id="{8FDFD6AD-ED34-4AAC-90E5-C2E30411B7AB}"/>
              </a:ext>
            </a:extLst>
          </p:cNvPr>
          <p:cNvSpPr>
            <a:spLocks noGrp="true"/>
          </p:cNvSpPr>
          <p:nvPr>
            <p:ph idx="15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2401E4A2-688B-430C-B131-B7602AE25C76}">
        <p14:creationId xmlns:p14="http://schemas.microsoft.com/office/powerpoint/2010/main" val="1713420158717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chedu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05DB0344-B6CC-4DE9-AA19-C5225B984DFB}">
                <a16:creationId xmlns:a16="http://schemas.microsoft.com/office/drawing/2010/main" id="{0D389161-092D-42FF-BB43-856DC6DABF68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4999"/>
          </a:blip>
          <a:srcRect b="45361" l="41147" r="-19370" t="-8214"/>
          <a:stretch>
            <a:fillRect/>
          </a:stretch>
        </p:blipFill>
        <p:spPr>
          <a:xfrm rot="0">
            <a:off x="0" y="314244"/>
            <a:ext cx="6608186" cy="4829256"/>
          </a:xfrm>
          <a:prstGeom prst="rect">
            <a:avLst/>
          </a:prstGeom>
          <a:noFill/>
        </p:spPr>
      </p:pic>
      <p:pic>
        <p:nvPicPr>
          <p:cNvPr id="3" name="Picture 7">
            <a:extLst>
              <a:ext uri="{80ED1B23-1CC4-40C0-A7EF-9625485490F8}">
                <a16:creationId xmlns:a16="http://schemas.microsoft.com/office/drawing/2010/main" id="{828EE293-E29E-4907-9F06-19AE7D4B7B1D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B1566FAF-CFCC-46AC-8981-3EBF5C5BF0CA}">
                <a16:creationId xmlns:a16="http://schemas.microsoft.com/office/drawing/2010/main" id="{904ECD04-415F-4E33-A729-EAC0D3B429A9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4687420" cy="1046343"/>
          </a:xfrm>
        </p:spPr>
        <p:txBody>
          <a:bodyPr rtlCol="0" tIns="36000"/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Scheduled Employee Training </a:t>
            </a:r>
            <a:endParaRPr dirty="0" lang="en-US"/>
          </a:p>
        </p:txBody>
      </p:sp>
      <p:sp>
        <p:nvSpPr>
          <p:cNvPr id="5" name="Slide Number Placeholder 5">
            <a:extLst>
              <a:ext uri="{9F1F0FAF-5497-4F07-AE63-3F9161FE423E}">
                <a16:creationId xmlns:a16="http://schemas.microsoft.com/office/drawing/2010/main" id="{E72D80A6-98A6-4B5A-B037-161F09C4B54C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/>
          <a:p>
            <a:pPr/>
            <a:fld id="{BB1F015F-D787-4429-996E-DE643A19B1A3}" type="slidenum"/>
            <a:endParaRPr dirty="0" lang="en-US"/>
          </a:p>
        </p:txBody>
      </p:sp>
      <p:cxnSp>
        <p:nvCxnSpPr>
          <p:cNvPr id="6" name="Straight Connector 9">
            <a:extLst>
              <a:ext uri="{5F6EB860-1C56-4CF6-B24F-949E7898108A}">
                <a16:creationId xmlns:a16="http://schemas.microsoft.com/office/drawing/2010/main" id="{40BFD8AB-BEFD-4E6B-8426-D9D36A613727}"/>
              </a:ext>
            </a:extLst>
          </p:cNvPr>
          <p:cNvCxnSpPr/>
          <p:nvPr/>
        </p:nvCxnSpPr>
        <p:spPr>
          <a:xfrm rot="0">
            <a:off x="824753" y="3118865"/>
            <a:ext cx="7690597" cy="0"/>
          </a:xfrm>
          <a:prstGeom prst="line">
            <a:avLst/>
          </a:prstGeom>
          <a:ln w="12700">
            <a:solidFill>
              <a:schemeClr val="accent2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B141C20B-71F4-4CBA-818F-B4488F0FC841}">
                <a16:creationId xmlns:a16="http://schemas.microsoft.com/office/drawing/2010/main" id="{D160CC76-3A83-49A2-A4BF-9E60A211E27E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884806" y="2238960"/>
            <a:ext cx="1710928" cy="488156"/>
          </a:xfrm>
        </p:spPr>
        <p:txBody>
          <a:bodyPr anchor="b" rtlCol="0"/>
          <a:lstStyle>
            <a:lvl1pPr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Text Placeholder 17">
            <a:extLst>
              <a:ext uri="{4A45EAC1-4AF6-4A3D-B602-5F8BBB799231}">
                <a16:creationId xmlns:a16="http://schemas.microsoft.com/office/drawing/2010/main" id="{946995D6-3A57-4400-A2F8-017306360DBC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884806" y="3548384"/>
            <a:ext cx="1710928" cy="488156"/>
          </a:xfrm>
        </p:spPr>
        <p:txBody>
          <a:bodyPr rtlCol="0"/>
          <a:lstStyle>
            <a:lvl1pPr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sp>
        <p:nvSpPr>
          <p:cNvPr id="9" name="Freeform: Shape 21">
            <a:extLst>
              <a:ext uri="{F563FBA7-A938-4CE0-BD2A-597CFADF16B2}">
                <a16:creationId xmlns:a16="http://schemas.microsoft.com/office/drawing/2010/main" id="{71EBCA60-C543-4FC6-809F-90F605D9B4C6}"/>
              </a:ext>
            </a:extLst>
          </p:cNvPr>
          <p:cNvSpPr/>
          <p:nvPr userDrawn="1"/>
        </p:nvSpPr>
        <p:spPr>
          <a:xfrm rot="0">
            <a:off x="431135" y="2540027"/>
            <a:ext cx="598044" cy="562527"/>
          </a:xfrm>
          <a:custGeom>
            <a:avLst/>
            <a:gdLst/>
            <a:ahLst/>
            <a:cxnLst/>
            <a:rect b="b" l="0" r="r" t="0"/>
            <a:pathLst>
              <a:path h="750037" w="797392">
                <a:moveTo>
                  <a:pt x="464668" y="0"/>
                </a:moveTo>
                <a:lnTo>
                  <a:pt x="0" y="306833"/>
                </a:lnTo>
                <a:lnTo>
                  <a:pt x="797392" y="750037"/>
                </a:lnTo>
              </a:path>
            </a:pathLst>
          </a:custGeom>
          <a:noFill/>
          <a:ln cap="rnd" w="1270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0" name="Oval 22">
            <a:extLst>
              <a:ext uri="{F73B403D-4A2F-4849-8E03-89997341000B}">
                <a16:creationId xmlns:a16="http://schemas.microsoft.com/office/drawing/2010/main" id="{7F790143-135A-4889-B5ED-ACC89A80A61D}"/>
              </a:ext>
            </a:extLst>
          </p:cNvPr>
          <p:cNvSpPr/>
          <p:nvPr userDrawn="1"/>
        </p:nvSpPr>
        <p:spPr>
          <a:xfrm rot="10800000">
            <a:off x="725369" y="2488305"/>
            <a:ext cx="99384" cy="100080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descr="A close up of a logo&#10;&#10;Description automatically generated" id="11" name="Picture 11">
            <a:extLst>
              <a:ext uri="{32E2CB33-7CDA-40DF-B50F-09A46138A773}">
                <a16:creationId xmlns:a16="http://schemas.microsoft.com/office/drawing/2010/main" id="{9B4EE6DC-D05E-4319-AAA2-7B86AB450AA4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628649" y="2771801"/>
            <a:ext cx="639336" cy="709708"/>
          </a:xfrm>
          <a:prstGeom prst="rect">
            <a:avLst/>
          </a:prstGeom>
          <a:noFill/>
        </p:spPr>
      </p:pic>
      <p:sp>
        <p:nvSpPr>
          <p:cNvPr id="12" name="Text Placeholder 17">
            <a:extLst>
              <a:ext uri="{BFBD4D4C-774D-4088-AC04-D80C70EFF37A}">
                <a16:creationId xmlns:a16="http://schemas.microsoft.com/office/drawing/2010/main" id="{C5F4C963-3F2A-4F18-BA11-75385376ACF9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3519660" y="2238960"/>
            <a:ext cx="1710928" cy="488156"/>
          </a:xfrm>
        </p:spPr>
        <p:txBody>
          <a:bodyPr anchor="b" rtlCol="0"/>
          <a:lstStyle>
            <a:lvl1pPr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3" name="Text Placeholder 17">
            <a:extLst>
              <a:ext uri="{766E8306-E868-4567-BE59-599C414532DE}">
                <a16:creationId xmlns:a16="http://schemas.microsoft.com/office/drawing/2010/main" id="{DA2538DB-E3A0-43B9-AAEB-EE58763076BE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3519660" y="3548384"/>
            <a:ext cx="1710928" cy="488156"/>
          </a:xfrm>
        </p:spPr>
        <p:txBody>
          <a:bodyPr rtlCol="0"/>
          <a:lstStyle>
            <a:lvl1pPr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sp>
        <p:nvSpPr>
          <p:cNvPr id="14" name="Freeform: Shape 25">
            <a:extLst>
              <a:ext uri="{2ED36526-1A0C-4E4B-B66F-E74794727B04}">
                <a16:creationId xmlns:a16="http://schemas.microsoft.com/office/drawing/2010/main" id="{8C4F1B6E-90D1-46BE-A10B-249A1A88A880}"/>
              </a:ext>
            </a:extLst>
          </p:cNvPr>
          <p:cNvSpPr/>
          <p:nvPr userDrawn="1"/>
        </p:nvSpPr>
        <p:spPr>
          <a:xfrm rot="0">
            <a:off x="3065989" y="2540027"/>
            <a:ext cx="598044" cy="562527"/>
          </a:xfrm>
          <a:custGeom>
            <a:avLst/>
            <a:gdLst/>
            <a:ahLst/>
            <a:cxnLst/>
            <a:rect b="b" l="0" r="r" t="0"/>
            <a:pathLst>
              <a:path h="750037" w="797392">
                <a:moveTo>
                  <a:pt x="464668" y="0"/>
                </a:moveTo>
                <a:lnTo>
                  <a:pt x="0" y="306833"/>
                </a:lnTo>
                <a:lnTo>
                  <a:pt x="797392" y="750037"/>
                </a:lnTo>
              </a:path>
            </a:pathLst>
          </a:custGeom>
          <a:noFill/>
          <a:ln cap="rnd" w="1270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5" name="Oval 26">
            <a:extLst>
              <a:ext uri="{79C726CD-02AC-4BAD-8C84-FE9926D7AD2F}">
                <a16:creationId xmlns:a16="http://schemas.microsoft.com/office/drawing/2010/main" id="{7E787E07-24CC-4AF8-B4A9-930E27E8D437}"/>
              </a:ext>
            </a:extLst>
          </p:cNvPr>
          <p:cNvSpPr/>
          <p:nvPr userDrawn="1"/>
        </p:nvSpPr>
        <p:spPr>
          <a:xfrm rot="10800000">
            <a:off x="3360223" y="2488305"/>
            <a:ext cx="99384" cy="100080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descr="A close up of a logo&#10;&#10;Description automatically generated" id="16" name="Picture 27">
            <a:extLst>
              <a:ext uri="{5CD8B5FB-58CA-4982-BBD5-4F88CE470D03}">
                <a16:creationId xmlns:a16="http://schemas.microsoft.com/office/drawing/2010/main" id="{B7E8928C-E309-41E1-BF4D-0887346D4679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3263503" y="2771801"/>
            <a:ext cx="639336" cy="709708"/>
          </a:xfrm>
          <a:prstGeom prst="rect">
            <a:avLst/>
          </a:prstGeom>
          <a:noFill/>
        </p:spPr>
      </p:pic>
      <p:sp>
        <p:nvSpPr>
          <p:cNvPr id="17" name="Text Placeholder 17">
            <a:extLst>
              <a:ext uri="{A62A60BC-C3DA-42C9-9867-C049B2B063DA}">
                <a16:creationId xmlns:a16="http://schemas.microsoft.com/office/drawing/2010/main" id="{2CA9BDDE-D39D-43A8-B983-86D1D9571BED}"/>
              </a:ext>
            </a:extLst>
          </p:cNvPr>
          <p:cNvSpPr>
            <a:spLocks noGrp="true"/>
          </p:cNvSpPr>
          <p:nvPr>
            <p:ph idx="16" type="body"/>
          </p:nvPr>
        </p:nvSpPr>
        <p:spPr>
          <a:xfrm rot="0">
            <a:off x="6140466" y="2238960"/>
            <a:ext cx="1710928" cy="488156"/>
          </a:xfrm>
        </p:spPr>
        <p:txBody>
          <a:bodyPr anchor="b" rtlCol="0"/>
          <a:lstStyle>
            <a:lvl1pPr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8" name="Text Placeholder 17">
            <a:extLst>
              <a:ext uri="{7083EDB6-A428-4997-B41C-D4FDA80AF245}">
                <a16:creationId xmlns:a16="http://schemas.microsoft.com/office/drawing/2010/main" id="{137797D5-0B5A-4BCF-B952-47AB00DB6DAE}"/>
              </a:ext>
            </a:extLst>
          </p:cNvPr>
          <p:cNvSpPr>
            <a:spLocks noGrp="true"/>
          </p:cNvSpPr>
          <p:nvPr>
            <p:ph idx="17" type="body"/>
          </p:nvPr>
        </p:nvSpPr>
        <p:spPr>
          <a:xfrm rot="0">
            <a:off x="6140466" y="3548384"/>
            <a:ext cx="1710928" cy="488156"/>
          </a:xfrm>
        </p:spPr>
        <p:txBody>
          <a:bodyPr rtlCol="0"/>
          <a:lstStyle>
            <a:lvl1pPr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sp>
        <p:nvSpPr>
          <p:cNvPr id="19" name="Freeform: Shape 30">
            <a:extLst>
              <a:ext uri="{A0578BFE-17BE-4F45-97D4-6557C96479EA}">
                <a16:creationId xmlns:a16="http://schemas.microsoft.com/office/drawing/2010/main" id="{4B8057F0-3A7E-4379-9663-96F4676C3442}"/>
              </a:ext>
            </a:extLst>
          </p:cNvPr>
          <p:cNvSpPr/>
          <p:nvPr userDrawn="1"/>
        </p:nvSpPr>
        <p:spPr>
          <a:xfrm rot="0">
            <a:off x="5686796" y="2540027"/>
            <a:ext cx="598044" cy="562527"/>
          </a:xfrm>
          <a:custGeom>
            <a:avLst/>
            <a:gdLst/>
            <a:ahLst/>
            <a:cxnLst/>
            <a:rect b="b" l="0" r="r" t="0"/>
            <a:pathLst>
              <a:path h="750037" w="797392">
                <a:moveTo>
                  <a:pt x="464668" y="0"/>
                </a:moveTo>
                <a:lnTo>
                  <a:pt x="0" y="306833"/>
                </a:lnTo>
                <a:lnTo>
                  <a:pt x="797392" y="750037"/>
                </a:lnTo>
              </a:path>
            </a:pathLst>
          </a:custGeom>
          <a:noFill/>
          <a:ln cap="rnd" w="1270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20" name="Oval 31">
            <a:extLst>
              <a:ext uri="{61ADC923-1285-4EDC-8988-605A355D5679}">
                <a16:creationId xmlns:a16="http://schemas.microsoft.com/office/drawing/2010/main" id="{259F5BDC-48C7-424B-9AC6-3405C0508242}"/>
              </a:ext>
            </a:extLst>
          </p:cNvPr>
          <p:cNvSpPr/>
          <p:nvPr userDrawn="1"/>
        </p:nvSpPr>
        <p:spPr>
          <a:xfrm rot="10800000">
            <a:off x="5981030" y="2488305"/>
            <a:ext cx="99384" cy="100080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descr="A close up of a logo&#10;&#10;Description automatically generated" id="21" name="Picture 32">
            <a:extLst>
              <a:ext uri="{4C6C99F6-EC7C-4C17-8B05-2ADAFB60B034}">
                <a16:creationId xmlns:a16="http://schemas.microsoft.com/office/drawing/2010/main" id="{9C7EE2D2-5A3C-4999-91C9-3D70B2CD9356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5884310" y="2771801"/>
            <a:ext cx="639336" cy="709708"/>
          </a:xfrm>
          <a:prstGeom prst="rect">
            <a:avLst/>
          </a:prstGeom>
          <a:noFill/>
        </p:spPr>
      </p:pic>
      <p:sp>
        <p:nvSpPr>
          <p:cNvPr id="22" name="Text Placeholder 4">
            <a:extLst>
              <a:ext uri="{F16A9082-384C-44E8-8983-7EC3C5C6C119}">
                <a16:creationId xmlns:a16="http://schemas.microsoft.com/office/drawing/2010/main" id="{F88D31BE-1992-46E9-9860-D25977D79E20}"/>
              </a:ext>
            </a:extLst>
          </p:cNvPr>
          <p:cNvSpPr>
            <a:spLocks noGrp="true"/>
          </p:cNvSpPr>
          <p:nvPr>
            <p:ph idx="18" type="body"/>
          </p:nvPr>
        </p:nvSpPr>
        <p:spPr>
          <a:xfrm rot="0">
            <a:off x="5422956" y="580261"/>
            <a:ext cx="3092393" cy="1047648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2000"/>
            </a:lvl2pPr>
            <a:lvl3pPr indent="0" lvl="2" marL="914400">
              <a:buNone/>
              <a:defRPr dirty="0" lang="en-US" sz="20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hidden="false" id="23" name="Date Placeholder 1">
            <a:extLst>
              <a:ext uri="{C06F0B51-4AEE-40BD-A2AA-C4D0FD5DF750}">
                <a16:creationId xmlns:a16="http://schemas.microsoft.com/office/drawing/2010/main" id="{0B1790A6-452E-420B-8B7E-2AEA36F311F4}"/>
              </a:ext>
            </a:extLst>
          </p:cNvPr>
          <p:cNvSpPr>
            <a:spLocks noGrp="true"/>
          </p:cNvSpPr>
          <p:nvPr>
            <p:ph idx="19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4" name="Footer Placeholder 1">
            <a:extLst>
              <a:ext uri="{77578CC6-BBEB-4C93-8F0F-8F26784BB41E}">
                <a16:creationId xmlns:a16="http://schemas.microsoft.com/office/drawing/2010/main" id="{A1D0D2F6-484A-4C35-A19C-229E418D3477}"/>
              </a:ext>
            </a:extLst>
          </p:cNvPr>
          <p:cNvSpPr>
            <a:spLocks noGrp="true"/>
          </p:cNvSpPr>
          <p:nvPr>
            <p:ph idx="20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02A33DBB-8FC0-40A7-A9EB-7B5D3B315FDF}">
        <p14:creationId xmlns:p14="http://schemas.microsoft.com/office/powerpoint/2010/main" val="1713420158721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Help De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DDF5A39C-0D17-486F-88C5-79FEE68827B6}">
                <a16:creationId xmlns:a16="http://schemas.microsoft.com/office/drawing/2010/main" id="{4292A3C0-4F64-4F43-B7A0-BB7B4C1A0DAD}"/>
              </a:ext>
            </a:extLst>
          </p:cNvPr>
          <p:cNvSpPr/>
          <p:nvPr userDrawn="1"/>
        </p:nvSpPr>
        <p:spPr>
          <a:xfrm rot="0">
            <a:off x="4447515" y="0"/>
            <a:ext cx="4696485" cy="51435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descr="A picture containing animal, light&#10;&#10;Description automatically generated" id="3" name="Picture 24">
            <a:extLst>
              <a:ext uri="{9AD40C17-AB70-417A-A358-F0324431B476}">
                <a16:creationId xmlns:a16="http://schemas.microsoft.com/office/drawing/2010/main" id="{8B0D2B2D-A003-466E-B2F0-4200D2D9B4BA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r="44251" t="41118"/>
          <a:stretch>
            <a:fillRect/>
          </a:stretch>
        </p:blipFill>
        <p:spPr>
          <a:xfrm rot="0">
            <a:off x="5991196" y="0"/>
            <a:ext cx="3152804" cy="3028595"/>
          </a:xfrm>
          <a:prstGeom prst="rect">
            <a:avLst/>
          </a:prstGeom>
          <a:noFill/>
        </p:spPr>
      </p:pic>
      <p:pic>
        <p:nvPicPr>
          <p:cNvPr id="4" name="Picture 9">
            <a:extLst>
              <a:ext uri="{6D78BD16-97C5-4ACA-AD85-5FA31430E91D}">
                <a16:creationId xmlns:a16="http://schemas.microsoft.com/office/drawing/2010/main" id="{834A34F2-5261-40DF-904B-CCFB8D1783A4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25000"/>
          </a:blip>
          <a:srcRect b="47470" l="43412" r="-1901" t="5534"/>
          <a:stretch>
            <a:fillRect/>
          </a:stretch>
        </p:blipFill>
        <p:spPr>
          <a:xfrm rot="0">
            <a:off x="0" y="2310208"/>
            <a:ext cx="3876978" cy="2833291"/>
          </a:xfrm>
          <a:prstGeom prst="rect">
            <a:avLst/>
          </a:prstGeom>
          <a:noFill/>
        </p:spPr>
      </p:pic>
      <p:grpSp>
        <p:nvGrpSpPr>
          <p:cNvPr id="5" name="Group 10">
            <a:extLst>
              <a:ext uri="{0328D900-C181-4BF7-B28D-F2CA6131A279}">
                <a16:creationId xmlns:a16="http://schemas.microsoft.com/office/drawing/2010/main" id="{9FB6FB88-02DC-45A2-860D-7593115DABD7}"/>
              </a:ext>
            </a:extLst>
          </p:cNvPr>
          <p:cNvGrpSpPr/>
          <p:nvPr/>
        </p:nvGrpSpPr>
        <p:grpSpPr>
          <a:xfrm rot="0">
            <a:off x="0" y="1915820"/>
            <a:ext cx="3250134" cy="3225937"/>
            <a:chOff x="19592" y="4344306"/>
            <a:chExt cx="2540048" cy="2521137"/>
          </a:xfrm>
        </p:grpSpPr>
        <p:cxnSp>
          <p:nvCxnSpPr>
            <p:cNvPr id="6" name="Straight Connector 11">
              <a:extLst>
                <a:ext uri="{302D4555-8073-4411-A997-DDAD2CF025ED}">
                  <a16:creationId xmlns:a16="http://schemas.microsoft.com/office/drawing/2010/main" id="{A5674781-91D6-439F-A7F9-67E91758BD63}"/>
                </a:ext>
              </a:extLst>
            </p:cNvPr>
            <p:cNvCxnSpPr/>
            <p:nvPr/>
          </p:nvCxnSpPr>
          <p:spPr>
            <a:xfrm flipV="true" rot="0">
              <a:off x="19592" y="4581420"/>
              <a:ext cx="1751025" cy="1046318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12">
              <a:extLst>
                <a:ext uri="{B589C835-9A69-418D-AE1C-934F3D32803C}">
                  <a16:creationId xmlns:a16="http://schemas.microsoft.com/office/drawing/2010/main" id="{BB97810D-83DA-4C90-B985-E6EB1754333B}"/>
                </a:ext>
              </a:extLst>
            </p:cNvPr>
            <p:cNvSpPr/>
            <p:nvPr/>
          </p:nvSpPr>
          <p:spPr>
            <a:xfrm rot="10800000">
              <a:off x="1471515" y="4411667"/>
              <a:ext cx="793849" cy="727119"/>
            </a:xfrm>
            <a:custGeom>
              <a:avLst/>
              <a:gdLst/>
              <a:ahLst/>
              <a:cxnLst/>
              <a:rect b="b" l="0" r="r" t="0"/>
              <a:pathLst>
                <a:path h="727119" w="793850">
                  <a:moveTo>
                    <a:pt x="469899" y="0"/>
                  </a:moveTo>
                  <a:lnTo>
                    <a:pt x="0" y="281650"/>
                  </a:lnTo>
                  <a:lnTo>
                    <a:pt x="793850" y="727119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8" name="Oval 13">
              <a:extLst>
                <a:ext uri="{8496F221-F796-4B9D-A887-CED7A0CF1D23}">
                  <a16:creationId xmlns:a16="http://schemas.microsoft.com/office/drawing/2010/main" id="{BF8CBC6D-81EF-413E-AB21-7EE632FEC474}"/>
                </a:ext>
              </a:extLst>
            </p:cNvPr>
            <p:cNvSpPr/>
            <p:nvPr/>
          </p:nvSpPr>
          <p:spPr>
            <a:xfrm rot="10800000">
              <a:off x="1405412" y="4344306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9" name="Oval 14">
              <a:extLst>
                <a:ext uri="{793A3C58-9D3B-4AC2-9067-94A5EF00EA3C}">
                  <a16:creationId xmlns:a16="http://schemas.microsoft.com/office/drawing/2010/main" id="{ED270DC3-678F-4D5B-947C-0AA3ADBEF076}"/>
                </a:ext>
              </a:extLst>
            </p:cNvPr>
            <p:cNvSpPr/>
            <p:nvPr/>
          </p:nvSpPr>
          <p:spPr>
            <a:xfrm rot="10800000">
              <a:off x="1460449" y="4731286"/>
              <a:ext cx="45720" cy="46040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0" name="Oval 15">
              <a:extLst>
                <a:ext uri="{CD2C6707-2D8D-4B91-B3BC-EDE5BDEC6692}">
                  <a16:creationId xmlns:a16="http://schemas.microsoft.com/office/drawing/2010/main" id="{269E88E3-E637-4A9A-AD93-E56A6EAFA728}"/>
                </a:ext>
              </a:extLst>
            </p:cNvPr>
            <p:cNvSpPr/>
            <p:nvPr/>
          </p:nvSpPr>
          <p:spPr>
            <a:xfrm rot="10800000">
              <a:off x="2014696" y="4709870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1" name="Freeform: Shape 16">
              <a:extLst>
                <a:ext uri="{1A84D111-7F94-4237-9591-AC0D04BDC855}">
                  <a16:creationId xmlns:a16="http://schemas.microsoft.com/office/drawing/2010/main" id="{1BF0CED1-EBA9-4713-B8B6-C0FA9160D8C7}"/>
                </a:ext>
              </a:extLst>
            </p:cNvPr>
            <p:cNvSpPr/>
            <p:nvPr/>
          </p:nvSpPr>
          <p:spPr>
            <a:xfrm rot="0">
              <a:off x="749507" y="5162805"/>
              <a:ext cx="1810134" cy="1702637"/>
            </a:xfrm>
            <a:custGeom>
              <a:avLst/>
              <a:gdLst/>
              <a:ahLst/>
              <a:cxnLst/>
              <a:rect b="b" l="0" r="r" t="0"/>
              <a:pathLst>
                <a:path h="1702637" w="1810134">
                  <a:moveTo>
                    <a:pt x="1054827" y="0"/>
                  </a:moveTo>
                  <a:lnTo>
                    <a:pt x="0" y="696533"/>
                  </a:lnTo>
                  <a:lnTo>
                    <a:pt x="1810134" y="1702637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2" name="Oval 17">
              <a:extLst>
                <a:ext uri="{771F2679-A07C-491B-9511-A104A8AD3634}">
                  <a16:creationId xmlns:a16="http://schemas.microsoft.com/office/drawing/2010/main" id="{A6119BD6-D15B-4924-92B0-FA51EFC9924E}"/>
                </a:ext>
              </a:extLst>
            </p:cNvPr>
            <p:cNvSpPr/>
            <p:nvPr/>
          </p:nvSpPr>
          <p:spPr>
            <a:xfrm rot="10800000">
              <a:off x="465480" y="5299095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3" name="Oval 18">
              <a:extLst>
                <a:ext uri="{EE55766F-00D3-4ECC-B3BF-55BECDC32F39}">
                  <a16:creationId xmlns:a16="http://schemas.microsoft.com/office/drawing/2010/main" id="{BE28F466-C9C1-4D07-BC5A-0E799C6487EB}"/>
                </a:ext>
              </a:extLst>
            </p:cNvPr>
            <p:cNvSpPr/>
            <p:nvPr/>
          </p:nvSpPr>
          <p:spPr>
            <a:xfrm rot="10800000">
              <a:off x="1328895" y="6163494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4" name="Oval 19">
              <a:extLst>
                <a:ext uri="{F3030965-2F28-463B-B04F-BC64345D59FB}">
                  <a16:creationId xmlns:a16="http://schemas.microsoft.com/office/drawing/2010/main" id="{0E3DA8E0-1580-4935-BC97-CFDADB12C886}"/>
                </a:ext>
              </a:extLst>
            </p:cNvPr>
            <p:cNvSpPr/>
            <p:nvPr/>
          </p:nvSpPr>
          <p:spPr>
            <a:xfrm rot="10800000">
              <a:off x="1889260" y="6476189"/>
              <a:ext cx="86767" cy="87376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15" name="Title 1">
            <a:extLst>
              <a:ext uri="{C3F9CE34-7BFA-4828-A4AB-5FC1E9A6CD76}">
                <a16:creationId xmlns:a16="http://schemas.microsoft.com/office/drawing/2010/main" id="{F945EA1C-86AC-4979-99EE-A23DFC44653D}"/>
              </a:ext>
            </a:extLst>
          </p:cNvPr>
          <p:cNvSpPr>
            <a:spLocks noGrp="true"/>
          </p:cNvSpPr>
          <p:nvPr userDrawn="1">
            <p:ph idx="10" type="title"/>
          </p:nvPr>
        </p:nvSpPr>
        <p:spPr>
          <a:xfrm rot="0">
            <a:off x="628649" y="571500"/>
            <a:ext cx="3365475" cy="1048640"/>
          </a:xfrm>
        </p:spPr>
        <p:txBody>
          <a:bodyPr rtlCol="0" tIns="36000">
            <a:noAutofit/>
          </a:bodyPr>
          <a:lstStyle>
            <a:lvl1pPr lvl="0">
              <a:defRPr b="0" dirty="0" lang="en-US">
                <a:solidFill>
                  <a:schemeClr val="tx1"/>
                </a:solidFill>
                <a:latin typeface="Bungee"/>
              </a:defRPr>
            </a:lvl1pPr>
          </a:lstStyle>
          <a:p>
            <a:pPr/>
            <a:r>
              <a:rPr dirty="0" lang="en-US"/>
              <a:t>IT Help Desk Availability </a:t>
            </a:r>
            <a:endParaRPr dirty="0" lang="en-US"/>
          </a:p>
        </p:txBody>
      </p:sp>
      <p:sp>
        <p:nvSpPr>
          <p:cNvPr id="16" name="Text Placeholder 22">
            <a:extLst>
              <a:ext uri="{D6655E50-A79E-4DBB-B8F7-6BBC3A4E73A1}">
                <a16:creationId xmlns:a16="http://schemas.microsoft.com/office/drawing/2010/main" id="{F5B3E2D1-C460-42C0-87BD-3E1E44BD3D9B}"/>
              </a:ext>
            </a:extLst>
          </p:cNvPr>
          <p:cNvSpPr>
            <a:spLocks noGrp="true"/>
          </p:cNvSpPr>
          <p:nvPr userDrawn="1">
            <p:ph idx="11" type="body"/>
          </p:nvPr>
        </p:nvSpPr>
        <p:spPr>
          <a:xfrm rot="0">
            <a:off x="4876332" y="571500"/>
            <a:ext cx="3639017" cy="1057275"/>
          </a:xfrm>
        </p:spPr>
        <p:txBody>
          <a:bodyPr rtlCol="0">
            <a:noAutofit/>
          </a:bodyPr>
          <a:lstStyle>
            <a:lvl1pPr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7" name="Slide Number Placeholder 2">
            <a:extLst>
              <a:ext uri="{B600842F-7989-460D-AB56-45277A545022}">
                <a16:creationId xmlns:a16="http://schemas.microsoft.com/office/drawing/2010/main" id="{1E10B217-C4AF-4C9B-A326-9AE2EA4287F4}"/>
              </a:ext>
            </a:extLst>
          </p:cNvPr>
          <p:cNvSpPr>
            <a:spLocks noGrp="true"/>
          </p:cNvSpPr>
          <p:nvPr userDrawn="1">
            <p:ph idx="12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/>
          <a:p>
            <a:pPr/>
            <a:fld id="{5C7C7B79-034D-4256-B3F5-AE69459466DA}" type="slidenum"/>
            <a:endParaRPr dirty="0" lang="en-US"/>
          </a:p>
        </p:txBody>
      </p:sp>
      <p:pic>
        <p:nvPicPr>
          <p:cNvPr descr="A picture containing clock&#10;&#10;Description automatically generated" id="18" name="Picture 4">
            <a:extLst>
              <a:ext uri="{29F36DD7-A736-484C-9303-F6024566E346}">
                <a16:creationId xmlns:a16="http://schemas.microsoft.com/office/drawing/2010/main" id="{C8ACE1A5-E6F5-46BC-A4F2-D9BF263C09AF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1485723" y="2157029"/>
            <a:ext cx="2543243" cy="2314491"/>
          </a:xfrm>
          <a:prstGeom prst="rect">
            <a:avLst/>
          </a:prstGeom>
          <a:noFill/>
        </p:spPr>
      </p:pic>
      <p:pic>
        <p:nvPicPr>
          <p:cNvPr id="19" name="Picture 23">
            <a:extLst>
              <a:ext uri="{B83E4FA9-B4BC-4EC4-A011-E6566F94E074}">
                <a16:creationId xmlns:a16="http://schemas.microsoft.com/office/drawing/2010/main" id="{E5196A2B-F2FA-428A-8D5C-35A64F0719E1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25000"/>
          </a:blip>
          <a:srcRect b="37147" l="21777"/>
          <a:stretch>
            <a:fillRect/>
          </a:stretch>
        </p:blipFill>
        <p:spPr>
          <a:xfrm rot="0">
            <a:off x="4447515" y="2307019"/>
            <a:ext cx="3876978" cy="2833291"/>
          </a:xfrm>
          <a:prstGeom prst="rect">
            <a:avLst/>
          </a:prstGeom>
          <a:noFill/>
        </p:spPr>
      </p:pic>
      <p:sp>
        <p:nvSpPr>
          <p:cNvPr id="20" name="Text Placeholder 22">
            <a:extLst>
              <a:ext uri="{770B191C-12BA-4C04-8D4D-30CD7EA2639D}">
                <a16:creationId xmlns:a16="http://schemas.microsoft.com/office/drawing/2010/main" id="{A941A501-A029-4A9B-887C-23653E39B065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4888954" y="1851459"/>
            <a:ext cx="3639017" cy="532121"/>
          </a:xfrm>
        </p:spPr>
        <p:txBody>
          <a:bodyPr rtlCol="0">
            <a:noAutofit/>
          </a:bodyPr>
          <a:lstStyle>
            <a:lvl1pPr indent="0" lvl="0" marL="0">
              <a:lnSpc>
                <a:spcPct val="150000"/>
              </a:lnSpc>
              <a:buClr>
                <a:schemeClr val="accent3"/>
              </a:buClr>
              <a:buNone/>
              <a:defRPr dirty="0" lang="en-US" sz="1600">
                <a:solidFill>
                  <a:schemeClr val="accent2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indent="0" marL="0">
              <a:buNone/>
            </a:pPr>
            <a:r>
              <a:rPr dirty="0" lang="en-US"/>
              <a:t>IT HELP DESK</a:t>
            </a:r>
            <a:endParaRPr dirty="0" lang="en-US"/>
          </a:p>
        </p:txBody>
      </p:sp>
      <p:sp>
        <p:nvSpPr>
          <p:cNvPr id="21" name="Text Placeholder 22">
            <a:extLst>
              <a:ext uri="{1803BF89-988B-4378-B51B-18DB2F824F0D}">
                <a16:creationId xmlns:a16="http://schemas.microsoft.com/office/drawing/2010/main" id="{3EB19A3F-E1D5-49E0-B25C-49F38ED2762A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4876332" y="2503379"/>
            <a:ext cx="3639017" cy="391284"/>
          </a:xfrm>
        </p:spPr>
        <p:txBody>
          <a:bodyPr rtlCol="0">
            <a:noAutofit/>
          </a:bodyPr>
          <a:lstStyle>
            <a:lvl1pPr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accent3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Categry</a:t>
            </a:r>
            <a:endParaRPr dirty="0" lang="en-US"/>
          </a:p>
        </p:txBody>
      </p:sp>
      <p:sp>
        <p:nvSpPr>
          <p:cNvPr id="22" name="Text Placeholder 22">
            <a:extLst>
              <a:ext uri="{AAF3EC39-4C1A-43E2-9569-FC42744BF23A}">
                <a16:creationId xmlns:a16="http://schemas.microsoft.com/office/drawing/2010/main" id="{F06A681D-3458-4191-9B62-64B377AFDA47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4876332" y="2999429"/>
            <a:ext cx="3639017" cy="391284"/>
          </a:xfrm>
        </p:spPr>
        <p:txBody>
          <a:bodyPr rtlCol="0">
            <a:noAutofit/>
          </a:bodyPr>
          <a:lstStyle>
            <a:lvl1pPr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Contact</a:t>
            </a:r>
            <a:endParaRPr dirty="0" lang="en-US"/>
          </a:p>
        </p:txBody>
      </p:sp>
      <p:sp>
        <p:nvSpPr>
          <p:cNvPr id="23" name="Text Placeholder 22">
            <a:extLst>
              <a:ext uri="{3FCEB047-3391-4FEF-A90E-1CB8A2E7107E}">
                <a16:creationId xmlns:a16="http://schemas.microsoft.com/office/drawing/2010/main" id="{A4EB71D9-1168-4820-A637-ABB55805F809}"/>
              </a:ext>
            </a:extLst>
          </p:cNvPr>
          <p:cNvSpPr>
            <a:spLocks noGrp="true"/>
          </p:cNvSpPr>
          <p:nvPr>
            <p:ph idx="16" type="body"/>
          </p:nvPr>
        </p:nvSpPr>
        <p:spPr>
          <a:xfrm rot="0">
            <a:off x="4876332" y="3486824"/>
            <a:ext cx="3639017" cy="391284"/>
          </a:xfrm>
        </p:spPr>
        <p:txBody>
          <a:bodyPr rtlCol="0">
            <a:noAutofit/>
          </a:bodyPr>
          <a:lstStyle>
            <a:lvl1pPr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accent3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Categry</a:t>
            </a:r>
            <a:endParaRPr dirty="0" lang="en-US"/>
          </a:p>
        </p:txBody>
      </p:sp>
      <p:sp>
        <p:nvSpPr>
          <p:cNvPr id="24" name="Text Placeholder 22">
            <a:extLst>
              <a:ext uri="{A8C209E8-FA2C-407E-B8DE-0A7D706C6D23}">
                <a16:creationId xmlns:a16="http://schemas.microsoft.com/office/drawing/2010/main" id="{F4C4C24D-3D14-4551-A8E8-7053D1FA4D54}"/>
              </a:ext>
            </a:extLst>
          </p:cNvPr>
          <p:cNvSpPr>
            <a:spLocks noGrp="true"/>
          </p:cNvSpPr>
          <p:nvPr>
            <p:ph idx="17" type="body"/>
          </p:nvPr>
        </p:nvSpPr>
        <p:spPr>
          <a:xfrm rot="0">
            <a:off x="4876332" y="3982873"/>
            <a:ext cx="3639017" cy="391284"/>
          </a:xfrm>
        </p:spPr>
        <p:txBody>
          <a:bodyPr rtlCol="0">
            <a:noAutofit/>
          </a:bodyPr>
          <a:lstStyle>
            <a:lvl1pPr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Contact</a:t>
            </a:r>
            <a:endParaRPr dirty="0" lang="en-US"/>
          </a:p>
        </p:txBody>
      </p:sp>
      <p:sp>
        <p:nvSpPr>
          <p:cNvPr hidden="false" id="25" name="Date Placeholder 1">
            <a:extLst>
              <a:ext uri="{B5F5C487-00ED-4E14-91FF-69354974A008}">
                <a16:creationId xmlns:a16="http://schemas.microsoft.com/office/drawing/2010/main" id="{7481CA78-311F-4B0E-B451-EAE16FF2F282}"/>
              </a:ext>
            </a:extLst>
          </p:cNvPr>
          <p:cNvSpPr>
            <a:spLocks noGrp="true"/>
          </p:cNvSpPr>
          <p:nvPr>
            <p:ph idx="18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6" name="Footer Placeholder 1">
            <a:extLst>
              <a:ext uri="{931D5126-3F4F-47D9-9315-379018A4D2B5}">
                <a16:creationId xmlns:a16="http://schemas.microsoft.com/office/drawing/2010/main" id="{9E63D1F0-CFAF-4A52-B03C-ED5D3A93A547}"/>
              </a:ext>
            </a:extLst>
          </p:cNvPr>
          <p:cNvSpPr>
            <a:spLocks noGrp="true"/>
          </p:cNvSpPr>
          <p:nvPr>
            <p:ph idx="19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8949C86A-48D8-483D-8563-B897443B1476}">
        <p14:creationId xmlns:p14="http://schemas.microsoft.com/office/powerpoint/2010/main" val="1713420158725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CA518DAF-78A1-42DC-862E-00375354E5DA}">
                <a16:creationId xmlns:a16="http://schemas.microsoft.com/office/drawing/2010/main" id="{D94F2A38-5152-4DDD-BD2D-CB6411A4BFAB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45361" l="41147" r="-19370" t="-8214"/>
          <a:stretch>
            <a:fillRect/>
          </a:stretch>
        </p:blipFill>
        <p:spPr>
          <a:xfrm rot="0">
            <a:off x="0" y="882630"/>
            <a:ext cx="5830426" cy="4260869"/>
          </a:xfrm>
          <a:prstGeom prst="rect">
            <a:avLst/>
          </a:prstGeom>
          <a:noFill/>
        </p:spPr>
      </p:pic>
      <p:pic>
        <p:nvPicPr>
          <p:cNvPr id="3" name="Picture 6">
            <a:extLst>
              <a:ext uri="{50D1AAF9-78B5-4F47-8A06-D7E6A9FB942A}">
                <a16:creationId xmlns:a16="http://schemas.microsoft.com/office/drawing/2010/main" id="{D352BF2A-E8A8-4874-B761-F54D22455A33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3488284" y="0"/>
            <a:ext cx="5655716" cy="5143500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D441EE74-2442-4968-AA46-B5F4C865EB9E}">
                <a16:creationId xmlns:a16="http://schemas.microsoft.com/office/drawing/2010/main" id="{6C659D46-6697-43CC-89B8-393946DE427B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1356711" y="1167629"/>
            <a:ext cx="2892676" cy="1047209"/>
          </a:xfrm>
        </p:spPr>
        <p:txBody>
          <a:bodyPr anchor="ctr" rtlCol="0">
            <a:noAutofit/>
          </a:bodyPr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Questions?</a:t>
            </a:r>
            <a:endParaRPr dirty="0" lang="en-US"/>
          </a:p>
        </p:txBody>
      </p:sp>
      <p:sp>
        <p:nvSpPr>
          <p:cNvPr id="5" name="Slide Number Placeholder 5">
            <a:extLst>
              <a:ext uri="{509C1592-3853-4E83-89A1-9000DCC61B14}">
                <a16:creationId xmlns:a16="http://schemas.microsoft.com/office/drawing/2010/main" id="{78D9535D-6830-48F2-A737-A1A4F0C94D3C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AED1F37D-C758-4CA9-B2D1-0304FFE924D2}" type="slidenum"/>
            <a:endParaRPr dirty="0" lang="en-US"/>
          </a:p>
        </p:txBody>
      </p:sp>
      <p:grpSp>
        <p:nvGrpSpPr>
          <p:cNvPr id="6" name="Group 8">
            <a:extLst>
              <a:ext uri="{FA26EFB2-02D9-4F43-AF79-AADA82BF5E3D}">
                <a16:creationId xmlns:a16="http://schemas.microsoft.com/office/drawing/2010/main" id="{0A24C9CB-A008-4C0A-81EA-12F131419B9F}"/>
              </a:ext>
            </a:extLst>
          </p:cNvPr>
          <p:cNvGrpSpPr/>
          <p:nvPr/>
        </p:nvGrpSpPr>
        <p:grpSpPr>
          <a:xfrm rot="0">
            <a:off x="4495050" y="925310"/>
            <a:ext cx="3611512" cy="4214898"/>
            <a:chOff x="-3054641" y="4788186"/>
            <a:chExt cx="6074844" cy="7089787"/>
          </a:xfrm>
        </p:grpSpPr>
        <p:cxnSp>
          <p:nvCxnSpPr>
            <p:cNvPr id="7" name="Straight Connector 14">
              <a:extLst>
                <a:ext uri="{04C4144C-361F-4E61-9940-1644EB174E7F}">
                  <a16:creationId xmlns:a16="http://schemas.microsoft.com/office/drawing/2010/main" id="{00486FAF-4144-4439-A814-100248E006B9}"/>
                </a:ext>
              </a:extLst>
            </p:cNvPr>
            <p:cNvCxnSpPr/>
            <p:nvPr/>
          </p:nvCxnSpPr>
          <p:spPr>
            <a:xfrm flipV="true" rot="0">
              <a:off x="78502" y="4874614"/>
              <a:ext cx="2873020" cy="1734813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15">
              <a:extLst>
                <a:ext uri="{87A68AF3-A11C-4D6E-A90C-B6EA5A6F2D37}">
                  <a16:creationId xmlns:a16="http://schemas.microsoft.com/office/drawing/2010/main" id="{FC7F7551-0CF9-4060-B5E3-42BFFE28D244}"/>
                </a:ext>
              </a:extLst>
            </p:cNvPr>
            <p:cNvSpPr/>
            <p:nvPr/>
          </p:nvSpPr>
          <p:spPr>
            <a:xfrm rot="0">
              <a:off x="-3054641" y="8157980"/>
              <a:ext cx="4061392" cy="3719993"/>
            </a:xfrm>
            <a:custGeom>
              <a:avLst/>
              <a:gdLst/>
              <a:ahLst/>
              <a:cxnLst/>
              <a:rect b="b" l="0" r="r" t="0"/>
              <a:pathLst>
                <a:path h="3719993" w="4061392">
                  <a:moveTo>
                    <a:pt x="2404036" y="0"/>
                  </a:moveTo>
                  <a:lnTo>
                    <a:pt x="0" y="1440943"/>
                  </a:lnTo>
                  <a:lnTo>
                    <a:pt x="4061392" y="3719994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9" name="Oval 16">
              <a:extLst>
                <a:ext uri="{9B98EE34-7394-4524-B3C8-F723FA2A0E89}">
                  <a16:creationId xmlns:a16="http://schemas.microsoft.com/office/drawing/2010/main" id="{C4CB8886-EB91-4B54-BD55-3BD09647DB8C}"/>
                </a:ext>
              </a:extLst>
            </p:cNvPr>
            <p:cNvSpPr/>
            <p:nvPr/>
          </p:nvSpPr>
          <p:spPr>
            <a:xfrm rot="10800000">
              <a:off x="2882840" y="4788186"/>
              <a:ext cx="137363" cy="137363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0" name="Oval 18">
              <a:extLst>
                <a:ext uri="{26210789-6CD6-4B55-87A5-F7E74AA781F1}">
                  <a16:creationId xmlns:a16="http://schemas.microsoft.com/office/drawing/2010/main" id="{C1D9B52B-3A45-4882-938E-4A36BD5FD8A4}"/>
                </a:ext>
              </a:extLst>
            </p:cNvPr>
            <p:cNvSpPr/>
            <p:nvPr/>
          </p:nvSpPr>
          <p:spPr>
            <a:xfrm rot="10800000">
              <a:off x="-808435" y="10272409"/>
              <a:ext cx="114877" cy="116018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1" name="Oval 20">
              <a:extLst>
                <a:ext uri="{621D85E6-AA8B-4720-8EF3-6D10E531F868}">
                  <a16:creationId xmlns:a16="http://schemas.microsoft.com/office/drawing/2010/main" id="{613EE216-004D-463A-B503-3367A059984D}"/>
                </a:ext>
              </a:extLst>
            </p:cNvPr>
            <p:cNvSpPr/>
            <p:nvPr/>
          </p:nvSpPr>
          <p:spPr>
            <a:xfrm rot="10800000">
              <a:off x="800694" y="6076530"/>
              <a:ext cx="137363" cy="137363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2" name="Oval 21">
              <a:extLst>
                <a:ext uri="{BF806309-1D89-4574-AD17-E82E3D83BF03}">
                  <a16:creationId xmlns:a16="http://schemas.microsoft.com/office/drawing/2010/main" id="{779914A9-70BB-4910-9C86-06D2EEA9C963}"/>
                </a:ext>
              </a:extLst>
            </p:cNvPr>
            <p:cNvSpPr/>
            <p:nvPr/>
          </p:nvSpPr>
          <p:spPr>
            <a:xfrm rot="10800000">
              <a:off x="1974930" y="4972685"/>
              <a:ext cx="69824" cy="70517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pic>
          <p:nvPicPr>
            <p:cNvPr descr="A close up of a logo&#10;&#10;Description automatically generated" id="13" name="Picture 12">
              <a:extLst>
                <a:ext uri="{7D19C105-9AE0-407D-BAAC-A56C9488F46C}">
                  <a16:creationId xmlns:a16="http://schemas.microsoft.com/office/drawing/2010/main" id="{2DE16A02-4029-45DB-8249-F63DC00DCA91}"/>
                </a:ext>
              </a:extLst>
            </p:cNvPr>
            <p:cNvPicPr>
              <a:picLocks noChangeAspect="true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0">
              <a:off x="-1954007" y="10189703"/>
              <a:ext cx="930062" cy="643657"/>
            </a:xfrm>
            <a:prstGeom prst="rect">
              <a:avLst/>
            </a:prstGeom>
            <a:noFill/>
          </p:spPr>
        </p:pic>
        <p:pic>
          <p:nvPicPr>
            <p:cNvPr descr="A close up of a logo&#10;&#10;Description automatically generated" id="14" name="Picture 11">
              <a:extLst>
                <a:ext uri="{27D651C7-FB0F-44A2-BB64-259CC237CF96}">
                  <a16:creationId xmlns:a16="http://schemas.microsoft.com/office/drawing/2010/main" id="{75BB4F3E-DA6B-46F5-82BE-1D9C917B3A9D}"/>
                </a:ext>
              </a:extLst>
            </p:cNvPr>
            <p:cNvPicPr>
              <a:picLocks noChangeAspect="true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0">
              <a:off x="997849" y="5228176"/>
              <a:ext cx="1323591" cy="916002"/>
            </a:xfrm>
            <a:prstGeom prst="rect">
              <a:avLst/>
            </a:prstGeom>
            <a:noFill/>
          </p:spPr>
        </p:pic>
      </p:grpSp>
      <p:pic>
        <p:nvPicPr>
          <p:cNvPr descr="A close up of a card&#10;&#10;Description automatically generated" id="15" name="Picture 22">
            <a:extLst>
              <a:ext uri="{BA36D2F3-2E09-40E1-A4BE-BCB88A96F702}">
                <a16:creationId xmlns:a16="http://schemas.microsoft.com/office/drawing/2010/main" id="{61A20291-E8F7-4F71-BBFD-CC6831AC2220}"/>
              </a:ext>
            </a:extLst>
          </p:cNvPr>
          <p:cNvPicPr>
            <a:picLocks noChangeAspect="true"/>
          </p:cNvPicPr>
          <p:nvPr userDrawn="1"/>
        </p:nvPicPr>
        <p:blipFill>
          <a:blip r:embed="rId5"/>
          <a:stretch>
            <a:fillRect/>
          </a:stretch>
        </p:blipFill>
        <p:spPr>
          <a:xfrm rot="0">
            <a:off x="4629969" y="1006973"/>
            <a:ext cx="2619334" cy="2735106"/>
          </a:xfrm>
          <a:prstGeom prst="rect">
            <a:avLst/>
          </a:prstGeom>
          <a:noFill/>
        </p:spPr>
      </p:pic>
      <p:sp>
        <p:nvSpPr>
          <p:cNvPr id="16" name="Oval 23">
            <a:extLst>
              <a:ext uri="{9058248C-A5CD-4D1C-ADDB-8E7765956106}">
                <a16:creationId xmlns:a16="http://schemas.microsoft.com/office/drawing/2010/main" id="{C3D201E8-7E4A-498F-AA5D-7933E2C2A581}"/>
              </a:ext>
            </a:extLst>
          </p:cNvPr>
          <p:cNvSpPr/>
          <p:nvPr userDrawn="1"/>
        </p:nvSpPr>
        <p:spPr>
          <a:xfrm rot="10800000">
            <a:off x="4464707" y="4220435"/>
            <a:ext cx="114300" cy="115436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7" name="Text Placeholder 4">
            <a:extLst>
              <a:ext uri="{8AFD7165-64C8-4DC4-BBD4-6FDFE0927828}">
                <a16:creationId xmlns:a16="http://schemas.microsoft.com/office/drawing/2010/main" id="{77C2235B-CD8D-422F-A894-3FBA8F75B7F0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1356711" y="2338553"/>
            <a:ext cx="2892676" cy="1403526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600"/>
            </a:lvl2pPr>
            <a:lvl3pPr indent="0" lvl="2" marL="914400">
              <a:buNone/>
              <a:defRPr dirty="0" lang="en-US" sz="1600"/>
            </a:lvl3pPr>
            <a:lvl4pPr indent="0" lvl="3" marL="1371600">
              <a:buNone/>
              <a:defRPr dirty="0" lang="en-US" sz="1600"/>
            </a:lvl4pPr>
            <a:lvl5pPr indent="0" lvl="4" marL="1828800">
              <a:buNone/>
              <a:defRPr dirty="0" lang="en-US" sz="16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8" name="Date Placeholder 1">
            <a:extLst>
              <a:ext uri="{53FBD815-6854-4106-AE6D-D96F4C5A1841}">
                <a16:creationId xmlns:a16="http://schemas.microsoft.com/office/drawing/2010/main" id="{94C683BE-3D92-4318-9F6C-700AC6BB5510}"/>
              </a:ext>
            </a:extLst>
          </p:cNvPr>
          <p:cNvSpPr>
            <a:spLocks noGrp="true"/>
          </p:cNvSpPr>
          <p:nvPr>
            <p:ph idx="13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9" name="Footer Placeholder 1">
            <a:extLst>
              <a:ext uri="{C45A8590-E65E-40F7-8DF7-4934EBD1FA9B}">
                <a16:creationId xmlns:a16="http://schemas.microsoft.com/office/drawing/2010/main" id="{8A4600C3-5DF3-4F9A-8C01-3E88051E63D5}"/>
              </a:ext>
            </a:extLst>
          </p:cNvPr>
          <p:cNvSpPr>
            <a:spLocks noGrp="true"/>
          </p:cNvSpPr>
          <p:nvPr>
            <p:ph idx="14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2D8C1B29-C4D8-4A6D-8199-0737EA4BDB0A}">
        <p14:creationId xmlns:p14="http://schemas.microsoft.com/office/powerpoint/2010/main" val="171342015872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51FF6D64-0C28-4B1B-9C1F-56A07645B70C}">
                <a16:creationId xmlns:a16="http://schemas.microsoft.com/office/drawing/2010/main" id="{0758F1F2-0223-4425-B6DE-FB9F9796F757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45361" l="41147" r="-19370" t="-8214"/>
          <a:stretch>
            <a:fillRect/>
          </a:stretch>
        </p:blipFill>
        <p:spPr>
          <a:xfrm rot="0">
            <a:off x="0" y="314244"/>
            <a:ext cx="6608186" cy="4829256"/>
          </a:xfrm>
          <a:prstGeom prst="rect">
            <a:avLst/>
          </a:prstGeom>
          <a:noFill/>
        </p:spPr>
      </p:pic>
      <p:pic>
        <p:nvPicPr>
          <p:cNvPr id="3" name="Picture 6">
            <a:extLst>
              <a:ext uri="{377029F6-9F79-46A2-B0DF-FA81137827B2}">
                <a16:creationId xmlns:a16="http://schemas.microsoft.com/office/drawing/2010/main" id="{67F308E8-9590-41EF-9BC4-367FD770AA88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id="4" name="Freeform: Shape 19">
            <a:extLst>
              <a:ext uri="{8EA39B44-07E1-4E42-8953-3AF49C1E4F08}">
                <a16:creationId xmlns:a16="http://schemas.microsoft.com/office/drawing/2010/main" id="{4E1CF55A-FAE8-4658-ADDC-F40C6B362D92}"/>
              </a:ext>
            </a:extLst>
          </p:cNvPr>
          <p:cNvSpPr/>
          <p:nvPr userDrawn="1"/>
        </p:nvSpPr>
        <p:spPr>
          <a:xfrm rot="0">
            <a:off x="319936" y="4304218"/>
            <a:ext cx="895491" cy="842312"/>
          </a:xfrm>
          <a:custGeom>
            <a:avLst/>
            <a:gdLst/>
            <a:ahLst/>
            <a:cxnLst/>
            <a:rect b="b" l="0" r="r" t="0"/>
            <a:pathLst>
              <a:path h="1123083" w="1193989">
                <a:moveTo>
                  <a:pt x="695778" y="0"/>
                </a:moveTo>
                <a:lnTo>
                  <a:pt x="0" y="459443"/>
                </a:lnTo>
                <a:lnTo>
                  <a:pt x="1193989" y="1123083"/>
                </a:lnTo>
              </a:path>
            </a:pathLst>
          </a:custGeom>
          <a:noFill/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hidden="false" id="5" name="Title 1">
            <a:extLst>
              <a:ext uri="{684FA0AA-706B-4095-8E46-DA81A8886AA9}">
                <a16:creationId xmlns:a16="http://schemas.microsoft.com/office/drawing/2010/main" id="{C1D68604-1312-42D7-844F-878E56A5178B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3686522" cy="620868"/>
          </a:xfrm>
        </p:spPr>
        <p:txBody>
          <a:bodyPr rtlCol="0" tIns="36000">
            <a:noAutofit/>
          </a:bodyPr>
          <a:lstStyle>
            <a:lvl1pPr lvl="0">
              <a:lnSpc>
                <a:spcPct val="100000"/>
              </a:lnSpc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Storytelling</a:t>
            </a:r>
            <a:endParaRPr dirty="0" lang="en-US"/>
          </a:p>
        </p:txBody>
      </p:sp>
      <p:sp>
        <p:nvSpPr>
          <p:cNvPr id="6" name="Slide Number Placeholder 5">
            <a:extLst>
              <a:ext uri="{60DEA66E-C1C9-4C66-AE1E-2DF1CB384C59}">
                <a16:creationId xmlns:a16="http://schemas.microsoft.com/office/drawing/2010/main" id="{41E3F3F8-6BFF-4F30-B020-BDCC3A469214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9576B4A0-6602-4ACA-AC69-57E21E56A8EB}" type="slidenum"/>
            <a:endParaRPr dirty="0" lang="en-US"/>
          </a:p>
        </p:txBody>
      </p:sp>
      <p:cxnSp>
        <p:nvCxnSpPr>
          <p:cNvPr id="7" name="Straight Connector 14">
            <a:extLst>
              <a:ext uri="{7929F4CD-CBE4-477C-8EC8-E28ED35DD06A}">
                <a16:creationId xmlns:a16="http://schemas.microsoft.com/office/drawing/2010/main" id="{D902A25D-9F10-45EE-9068-453599058C0C}"/>
              </a:ext>
            </a:extLst>
          </p:cNvPr>
          <p:cNvCxnSpPr/>
          <p:nvPr/>
        </p:nvCxnSpPr>
        <p:spPr>
          <a:xfrm flipV="true" rot="0">
            <a:off x="-4004" y="2111420"/>
            <a:ext cx="2438744" cy="1484247"/>
          </a:xfrm>
          <a:prstGeom prst="line">
            <a:avLst/>
          </a:prstGeom>
          <a:ln cap="rnd" w="6350">
            <a:solidFill>
              <a:schemeClr val="accent2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15">
            <a:extLst>
              <a:ext uri="{06905071-AF74-4615-9E60-3C25AACA050D}">
                <a16:creationId xmlns:a16="http://schemas.microsoft.com/office/drawing/2010/main" id="{A8628110-5CAF-4710-89DA-B9A311F0E1D4}"/>
              </a:ext>
            </a:extLst>
          </p:cNvPr>
          <p:cNvSpPr/>
          <p:nvPr userDrawn="1"/>
        </p:nvSpPr>
        <p:spPr>
          <a:xfrm rot="10800000">
            <a:off x="3085154" y="1622758"/>
            <a:ext cx="1512690" cy="1385533"/>
          </a:xfrm>
          <a:custGeom>
            <a:avLst/>
            <a:gdLst/>
            <a:ahLst/>
            <a:cxnLst/>
            <a:rect b="b" l="0" r="r" t="0"/>
            <a:pathLst>
              <a:path h="1847378" w="2016920">
                <a:moveTo>
                  <a:pt x="1193864" y="0"/>
                </a:moveTo>
                <a:lnTo>
                  <a:pt x="0" y="715584"/>
                </a:lnTo>
                <a:lnTo>
                  <a:pt x="2016920" y="1847378"/>
                </a:lnTo>
              </a:path>
            </a:pathLst>
          </a:custGeom>
          <a:noFill/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9" name="Oval 16">
            <a:extLst>
              <a:ext uri="{2CB71C35-8CFC-482B-B8A6-08730505E6D9}">
                <a16:creationId xmlns:a16="http://schemas.microsoft.com/office/drawing/2010/main" id="{A6D3AA15-6315-42F4-BD3B-4A5675A5A130}"/>
              </a:ext>
            </a:extLst>
          </p:cNvPr>
          <p:cNvSpPr/>
          <p:nvPr/>
        </p:nvSpPr>
        <p:spPr>
          <a:xfrm rot="10800000">
            <a:off x="697953" y="2701281"/>
            <a:ext cx="103022" cy="103022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0" name="Oval 17">
            <a:extLst>
              <a:ext uri="{08F1E4D5-CF31-4259-A3CE-A92A8ED0F79C}">
                <a16:creationId xmlns:a16="http://schemas.microsoft.com/office/drawing/2010/main" id="{13694DBA-C3AF-4506-9457-A55A6B82A8B5}"/>
              </a:ext>
            </a:extLst>
          </p:cNvPr>
          <p:cNvSpPr/>
          <p:nvPr userDrawn="1"/>
        </p:nvSpPr>
        <p:spPr>
          <a:xfrm rot="10800000">
            <a:off x="1060132" y="4851450"/>
            <a:ext cx="52367" cy="52734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1" name="Oval 18">
            <a:extLst>
              <a:ext uri="{5E4B7F40-474A-407F-B837-9C1059691F09}">
                <a16:creationId xmlns:a16="http://schemas.microsoft.com/office/drawing/2010/main" id="{23708AAA-C2F9-43C3-8D42-A3599E311DA5}"/>
              </a:ext>
            </a:extLst>
          </p:cNvPr>
          <p:cNvSpPr/>
          <p:nvPr userDrawn="1"/>
        </p:nvSpPr>
        <p:spPr>
          <a:xfrm rot="10800000">
            <a:off x="4032574" y="2767958"/>
            <a:ext cx="52367" cy="52887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2" name="Oval 20">
            <a:extLst>
              <a:ext uri="{AFEC053A-A185-4B2E-AC6C-96A188688961}">
                <a16:creationId xmlns:a16="http://schemas.microsoft.com/office/drawing/2010/main" id="{31041F02-A4B1-4B79-85D1-55440D2BDFB5}"/>
              </a:ext>
            </a:extLst>
          </p:cNvPr>
          <p:cNvSpPr/>
          <p:nvPr userDrawn="1"/>
        </p:nvSpPr>
        <p:spPr>
          <a:xfrm rot="10800000">
            <a:off x="2292697" y="4654212"/>
            <a:ext cx="103022" cy="103022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3" name="Oval 21">
            <a:extLst>
              <a:ext uri="{A0101C58-5B32-43A5-9B4F-D32EA25C8317}">
                <a16:creationId xmlns:a16="http://schemas.microsoft.com/office/drawing/2010/main" id="{C5516BC3-AA2E-43FF-929A-7868B81127D0}"/>
              </a:ext>
            </a:extLst>
          </p:cNvPr>
          <p:cNvSpPr/>
          <p:nvPr userDrawn="1"/>
        </p:nvSpPr>
        <p:spPr>
          <a:xfrm rot="10800000">
            <a:off x="3058394" y="1593288"/>
            <a:ext cx="52367" cy="52887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4" name="Oval 22">
            <a:extLst>
              <a:ext uri="{D93F2866-75B2-4FF9-B2B4-E110F1662FA7}">
                <a16:creationId xmlns:a16="http://schemas.microsoft.com/office/drawing/2010/main" id="{9E012649-F73C-46EF-A7D6-2FE234727965}"/>
              </a:ext>
            </a:extLst>
          </p:cNvPr>
          <p:cNvSpPr/>
          <p:nvPr userDrawn="1"/>
        </p:nvSpPr>
        <p:spPr>
          <a:xfrm rot="10800000">
            <a:off x="260196" y="4306662"/>
            <a:ext cx="99384" cy="100080"/>
          </a:xfrm>
          <a:prstGeom prst="ellipse">
            <a:avLst/>
          </a:prstGeom>
          <a:solidFill>
            <a:schemeClr val="accent2"/>
          </a:solidFill>
          <a:ln cap="rnd" w="6350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descr="A close up of a logo&#10;&#10;Description automatically generated" id="15" name="Picture 12">
            <a:extLst>
              <a:ext uri="{F810BDE7-F947-484E-BFEC-401AA1D28EE8}">
                <a16:creationId xmlns:a16="http://schemas.microsoft.com/office/drawing/2010/main" id="{3DAAAF00-DB26-4C6C-B813-2D991929C6D7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3544497" y="1785649"/>
            <a:ext cx="697546" cy="482742"/>
          </a:xfrm>
          <a:prstGeom prst="rect">
            <a:avLst/>
          </a:prstGeom>
          <a:noFill/>
        </p:spPr>
      </p:pic>
      <p:pic>
        <p:nvPicPr>
          <p:cNvPr descr="A close up of a logo&#10;&#10;Description automatically generated" id="16" name="Picture 11">
            <a:extLst>
              <a:ext uri="{B7C1E348-54DB-4281-A79B-AEDAAE761818}">
                <a16:creationId xmlns:a16="http://schemas.microsoft.com/office/drawing/2010/main" id="{B0752113-26BC-4D79-A2E5-1132E2020D79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333626" y="3822831"/>
            <a:ext cx="1201315" cy="831380"/>
          </a:xfrm>
          <a:prstGeom prst="rect">
            <a:avLst/>
          </a:prstGeom>
          <a:noFill/>
        </p:spPr>
      </p:pic>
      <p:sp>
        <p:nvSpPr>
          <p:cNvPr id="17" name="Text Placeholder 4">
            <a:extLst>
              <a:ext uri="{A06CC6B8-E7FC-4AAD-9C2F-64B2C9797A13}">
                <a16:creationId xmlns:a16="http://schemas.microsoft.com/office/drawing/2010/main" id="{86896136-095A-43D2-9A9E-C2CDF9ECAD1C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4825094" y="581565"/>
            <a:ext cx="3689910" cy="4047584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600"/>
            </a:lvl2pPr>
            <a:lvl3pPr indent="0" lvl="2" marL="914400">
              <a:buNone/>
              <a:defRPr dirty="0" lang="en-US" sz="1600"/>
            </a:lvl3pPr>
            <a:lvl4pPr indent="0" lvl="3" marL="1371600">
              <a:buNone/>
              <a:defRPr dirty="0" lang="en-US" sz="1600"/>
            </a:lvl4pPr>
            <a:lvl5pPr indent="0" lvl="4" marL="1828800">
              <a:buNone/>
              <a:defRPr dirty="0" lang="en-US" sz="16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8" name="Picture Placeholder 9">
            <a:extLst>
              <a:ext uri="{B6574F37-A3FC-41CF-AA48-84D3B17F9A3E}">
                <a16:creationId xmlns:a16="http://schemas.microsoft.com/office/drawing/2010/main" id="{ABB7334F-48B8-43F5-870A-EFD6A8DE9E73}"/>
              </a:ext>
            </a:extLst>
          </p:cNvPr>
          <p:cNvSpPr>
            <a:spLocks noGrp="true"/>
          </p:cNvSpPr>
          <p:nvPr>
            <p:ph idx="13" type="pic"/>
          </p:nvPr>
        </p:nvSpPr>
        <p:spPr>
          <a:xfrm rot="0">
            <a:off x="993276" y="1622758"/>
            <a:ext cx="2751503" cy="2751502"/>
          </a:xfrm>
          <a:prstGeom prst="ellipse">
            <a:avLst/>
          </a:prstGeom>
          <a:noFill/>
        </p:spPr>
        <p:txBody>
          <a:bodyPr anchor="ctr" rtlCol="0"/>
          <a:lstStyle>
            <a:lvl1pPr algn="ctr" indent="0" lvl="0" marL="0">
              <a:buNone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hidden="false" id="19" name="Date Placeholder 1">
            <a:extLst>
              <a:ext uri="{488406FE-9859-4FCE-8186-A70ED230258C}">
                <a16:creationId xmlns:a16="http://schemas.microsoft.com/office/drawing/2010/main" id="{4C2AE545-081E-4185-AD59-890144B8AA25}"/>
              </a:ext>
            </a:extLst>
          </p:cNvPr>
          <p:cNvSpPr>
            <a:spLocks noGrp="true"/>
          </p:cNvSpPr>
          <p:nvPr>
            <p:ph idx="14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0" name="Footer Placeholder 1">
            <a:extLst>
              <a:ext uri="{3A14DEBE-BA87-43AC-90EB-BEC6D9CC65BB}">
                <a16:creationId xmlns:a16="http://schemas.microsoft.com/office/drawing/2010/main" id="{CAB59381-9EBE-4C7C-A097-2F9314B74F34}"/>
              </a:ext>
            </a:extLst>
          </p:cNvPr>
          <p:cNvSpPr>
            <a:spLocks noGrp="true"/>
          </p:cNvSpPr>
          <p:nvPr>
            <p:ph idx="15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2F5CE4E6-A302-4FDD-9E3A-0695054B1F99}">
        <p14:creationId xmlns:p14="http://schemas.microsoft.com/office/powerpoint/2010/main" val="1713420158731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Eye Contac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E771FCB5-AE64-4F32-9DFC-8AECB6B62D80}">
                <a16:creationId xmlns:a16="http://schemas.microsoft.com/office/drawing/2010/main" id="{2FE4978D-6EAF-4CBF-A69C-5B3BEADE0B1B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45361" l="41147" r="-19370" t="-8214"/>
          <a:stretch>
            <a:fillRect/>
          </a:stretch>
        </p:blipFill>
        <p:spPr>
          <a:xfrm rot="0">
            <a:off x="0" y="1626161"/>
            <a:ext cx="4813004" cy="3517339"/>
          </a:xfrm>
          <a:prstGeom prst="rect">
            <a:avLst/>
          </a:prstGeom>
          <a:noFill/>
        </p:spPr>
      </p:pic>
      <p:pic>
        <p:nvPicPr>
          <p:cNvPr id="3" name="Picture 8">
            <a:extLst>
              <a:ext uri="{E8103A8E-D3C5-4F9D-A3CA-05117F7FA4A4}">
                <a16:creationId xmlns:a16="http://schemas.microsoft.com/office/drawing/2010/main" id="{0F7348FF-064C-4224-AF72-062375EA0BE1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96730AD4-53C5-405A-A544-4C0E4585F6C8}">
                <a16:creationId xmlns:a16="http://schemas.microsoft.com/office/drawing/2010/main" id="{227F6087-132E-45EA-A1DF-37A54F5F005E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7886700" cy="610019"/>
          </a:xfrm>
        </p:spPr>
        <p:txBody>
          <a:bodyPr rtlCol="0" tIns="36000"/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5" name="Slide Number Placeholder 6">
            <a:extLst>
              <a:ext uri="{88D07D7C-A828-4BC0-B9A3-33BD4D3CE6CC}">
                <a16:creationId xmlns:a16="http://schemas.microsoft.com/office/drawing/2010/main" id="{9AD01347-3B0F-4841-AEA1-ECDA99FCCA95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/>
        <p:txBody>
          <a:bodyPr rtlCol="0"/>
          <a:lstStyle/>
          <a:p>
            <a:pPr/>
            <a:fld id="{F407DA55-3487-4154-A874-F4470A85F45E}" type="slidenum"/>
            <a:endParaRPr dirty="0" lang="en-US"/>
          </a:p>
        </p:txBody>
      </p:sp>
      <p:sp>
        <p:nvSpPr>
          <p:cNvPr id="6" name="Text Placeholder 10">
            <a:extLst>
              <a:ext uri="{610A2CBC-06F3-4326-8503-3C53C654BDB5}">
                <a16:creationId xmlns:a16="http://schemas.microsoft.com/office/drawing/2010/main" id="{A0663934-63B4-4B8E-B632-31C828863BAA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628650" y="1345423"/>
            <a:ext cx="3886200" cy="476250"/>
          </a:xfrm>
        </p:spPr>
        <p:txBody>
          <a:bodyPr rtlCol="0"/>
          <a:lstStyle>
            <a:lvl1pPr indent="0" lvl="0" marL="0">
              <a:buNone/>
              <a:defRPr b="1" dirty="0" lang="en-US" sz="1600">
                <a:solidFill>
                  <a:schemeClr val="accent2"/>
                </a:solidFill>
                <a:latin typeface="+mn-lt"/>
              </a:defRPr>
            </a:lvl1pPr>
            <a:lvl2pPr indent="0" lvl="1" marL="457200">
              <a:buNone/>
              <a:defRPr b="1" dirty="0" lang="en-US">
                <a:latin typeface="+mn-lt"/>
              </a:defRPr>
            </a:lvl2pPr>
            <a:lvl3pPr indent="0" lvl="2" marL="914400">
              <a:buNone/>
              <a:defRPr b="1" dirty="0" lang="en-US">
                <a:latin typeface="+mn-lt"/>
              </a:defRPr>
            </a:lvl3pPr>
            <a:lvl4pPr indent="0" lvl="3" marL="1371600">
              <a:buNone/>
              <a:defRPr b="1" dirty="0" lang="en-US">
                <a:latin typeface="+mn-lt"/>
              </a:defRPr>
            </a:lvl4pPr>
            <a:lvl5pPr indent="0" lvl="4" marL="1828800">
              <a:buNone/>
              <a:defRPr b="1" dirty="0" lang="en-US">
                <a:latin typeface="+mn-lt"/>
              </a:defRPr>
            </a:lvl5pPr>
          </a:lstStyle>
          <a:p>
            <a:pPr lvl="0"/>
            <a:r>
              <a:rPr dirty="0" lang="en-US"/>
              <a:t>Subtitle</a:t>
            </a:r>
            <a:endParaRPr dirty="0" lang="en-US"/>
          </a:p>
        </p:txBody>
      </p:sp>
      <p:sp>
        <p:nvSpPr>
          <p:cNvPr id="7" name="Text Placeholder 10">
            <a:extLst>
              <a:ext uri="{89365554-850F-4948-AF65-0C75A7213699}">
                <a16:creationId xmlns:a16="http://schemas.microsoft.com/office/drawing/2010/main" id="{4491ACD7-80BD-4AAC-9969-A3597F561B96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4629150" y="1345423"/>
            <a:ext cx="3886200" cy="476250"/>
          </a:xfrm>
        </p:spPr>
        <p:txBody>
          <a:bodyPr rtlCol="0"/>
          <a:lstStyle>
            <a:lvl1pPr indent="0" lvl="0" marL="0">
              <a:buNone/>
              <a:defRPr b="1" dirty="0" lang="en-US" sz="1600">
                <a:solidFill>
                  <a:schemeClr val="accent2"/>
                </a:solidFill>
                <a:latin typeface="+mn-lt"/>
              </a:defRPr>
            </a:lvl1pPr>
            <a:lvl2pPr indent="0" lvl="1" marL="457200">
              <a:buNone/>
              <a:defRPr b="1" dirty="0" lang="en-US">
                <a:latin typeface="+mn-lt"/>
              </a:defRPr>
            </a:lvl2pPr>
            <a:lvl3pPr indent="0" lvl="2" marL="914400">
              <a:buNone/>
              <a:defRPr b="1" dirty="0" lang="en-US">
                <a:latin typeface="+mn-lt"/>
              </a:defRPr>
            </a:lvl3pPr>
            <a:lvl4pPr indent="0" lvl="3" marL="1371600">
              <a:buNone/>
              <a:defRPr b="1" dirty="0" lang="en-US">
                <a:latin typeface="+mn-lt"/>
              </a:defRPr>
            </a:lvl4pPr>
            <a:lvl5pPr indent="0" lvl="4" marL="1828800">
              <a:buNone/>
              <a:defRPr b="1" dirty="0" lang="en-US">
                <a:latin typeface="+mn-lt"/>
              </a:defRPr>
            </a:lvl5pPr>
          </a:lstStyle>
          <a:p>
            <a:pPr lvl="0"/>
            <a:r>
              <a:rPr dirty="0" lang="en-US"/>
              <a:t>Subtitle</a:t>
            </a:r>
            <a:endParaRPr dirty="0" lang="en-US"/>
          </a:p>
        </p:txBody>
      </p:sp>
      <p:sp>
        <p:nvSpPr>
          <p:cNvPr id="8" name="Text Placeholder 4">
            <a:extLst>
              <a:ext uri="{4F9090AF-F14B-490C-92E8-A99BF6BD3E52}">
                <a16:creationId xmlns:a16="http://schemas.microsoft.com/office/drawing/2010/main" id="{7092ED81-76D6-473A-AF35-35A1D7DEB31B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628650" y="1939829"/>
            <a:ext cx="3886200" cy="2689320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400"/>
            </a:lvl3pPr>
            <a:lvl4pPr indent="0" lvl="3" marL="1371600">
              <a:buNone/>
              <a:defRPr dirty="0" lang="en-US" sz="1400"/>
            </a:lvl4pPr>
            <a:lvl5pPr indent="0" lvl="4" marL="1828800">
              <a:buNone/>
              <a:defRPr dirty="0" lang="en-US" sz="14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9" name="Text Placeholder 4">
            <a:extLst>
              <a:ext uri="{1E7E2D0E-7068-46CE-8E69-1F67394CE91A}">
                <a16:creationId xmlns:a16="http://schemas.microsoft.com/office/drawing/2010/main" id="{342514C3-9D83-4AFC-B4AB-EACF41DC3EED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4629150" y="1939829"/>
            <a:ext cx="3886200" cy="2689320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400"/>
            </a:lvl3pPr>
            <a:lvl4pPr indent="0" lvl="3" marL="1371600">
              <a:buNone/>
              <a:defRPr dirty="0" lang="en-US" sz="1400"/>
            </a:lvl4pPr>
            <a:lvl5pPr indent="0" lvl="4" marL="1828800">
              <a:buNone/>
              <a:defRPr dirty="0" lang="en-US" sz="14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0" name="Date Placeholder 1">
            <a:extLst>
              <a:ext uri="{CCBA3C41-35CD-46EB-98A6-BC8248E6C8DE}">
                <a16:creationId xmlns:a16="http://schemas.microsoft.com/office/drawing/2010/main" id="{5DD1B0AB-BE5B-4B64-B0A9-F4DA0EE9E1C8}"/>
              </a:ext>
            </a:extLst>
          </p:cNvPr>
          <p:cNvSpPr>
            <a:spLocks noGrp="true"/>
          </p:cNvSpPr>
          <p:nvPr>
            <p:ph idx="16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1" name="Footer Placeholder 1">
            <a:extLst>
              <a:ext uri="{9E6B38AC-F402-4757-AEEF-476ACBCA423C}">
                <a16:creationId xmlns:a16="http://schemas.microsoft.com/office/drawing/2010/main" id="{CC49E60B-4F09-4B93-863F-C4BC615ECE1A}"/>
              </a:ext>
            </a:extLst>
          </p:cNvPr>
          <p:cNvSpPr>
            <a:spLocks noGrp="true"/>
          </p:cNvSpPr>
          <p:nvPr>
            <p:ph idx="17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5D818B4A-AA19-4898-AA87-48C63209C188}">
        <p14:creationId xmlns:p14="http://schemas.microsoft.com/office/powerpoint/2010/main" val="1713420158735"/>
      </p:ext>
    </p:extLst>
  </p:cSld>
  <p:clrMapOvr>
    <a:masterClrMapping/>
  </p:clrMapOvr>
</p:sldLayout>
</file>

<file path=ppt/slideLayouts/slideLayout1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D70E9770-C765-48D7-A2DB-833D09BFC88D}">
                <a16:creationId xmlns:a16="http://schemas.microsoft.com/office/drawing/2010/main" id="{8A10AF97-781F-49FA-8C4A-DE261804E81C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30000"/>
          </a:blip>
          <a:srcRect b="250" l="52597" r="-797" t="-250"/>
          <a:stretch>
            <a:fillRect/>
          </a:stretch>
        </p:blipFill>
        <p:spPr>
          <a:xfrm rot="0">
            <a:off x="-8519" y="104976"/>
            <a:ext cx="1495129" cy="5038525"/>
          </a:xfrm>
          <a:prstGeom prst="rect">
            <a:avLst/>
          </a:prstGeom>
          <a:noFill/>
        </p:spPr>
      </p:pic>
      <p:pic>
        <p:nvPicPr>
          <p:cNvPr id="3" name="Picture 9">
            <a:extLst>
              <a:ext uri="{285915B6-BA5C-4454-908E-B9774AB35EE1}">
                <a16:creationId xmlns:a16="http://schemas.microsoft.com/office/drawing/2010/main" id="{8FC5899D-7148-486F-A1B3-4C8CDBD4C0B8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36000"/>
          </a:blip>
          <a:srcRect b="37147" l="21777"/>
          <a:stretch>
            <a:fillRect/>
          </a:stretch>
        </p:blipFill>
        <p:spPr>
          <a:xfrm rot="0">
            <a:off x="1657" y="2109523"/>
            <a:ext cx="4147085" cy="3030685"/>
          </a:xfrm>
          <a:prstGeom prst="rect">
            <a:avLst/>
          </a:prstGeom>
          <a:noFill/>
        </p:spPr>
      </p:pic>
      <p:pic>
        <p:nvPicPr>
          <p:cNvPr id="4" name="Picture 13">
            <a:extLst>
              <a:ext uri="{7F5DAA0B-B8C1-4937-8996-0477017416F0}">
                <a16:creationId xmlns:a16="http://schemas.microsoft.com/office/drawing/2010/main" id="{986BD02D-65C9-4155-800D-6ACC22893247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flipV="true" rot="0">
            <a:off x="2087860" y="2765278"/>
            <a:ext cx="1036660" cy="876458"/>
          </a:xfrm>
          <a:prstGeom prst="rect">
            <a:avLst/>
          </a:prstGeom>
          <a:noFill/>
        </p:spPr>
      </p:pic>
      <p:grpSp>
        <p:nvGrpSpPr>
          <p:cNvPr id="5" name="Group 14">
            <a:extLst>
              <a:ext uri="{59A67EB4-46AE-495C-A4B9-9B9D4162B082}">
                <a16:creationId xmlns:a16="http://schemas.microsoft.com/office/drawing/2010/main" id="{A191F9D3-6DD6-4BAF-8F7D-5F5DFACE6B1E}"/>
              </a:ext>
            </a:extLst>
          </p:cNvPr>
          <p:cNvGrpSpPr/>
          <p:nvPr/>
        </p:nvGrpSpPr>
        <p:grpSpPr>
          <a:xfrm rot="0">
            <a:off x="1358029" y="3099178"/>
            <a:ext cx="1018268" cy="545339"/>
            <a:chOff x="1810706" y="4038124"/>
            <a:chExt cx="1357691" cy="821233"/>
          </a:xfrm>
        </p:grpSpPr>
        <p:cxnSp>
          <p:nvCxnSpPr>
            <p:cNvPr id="6" name="Straight Connector 15">
              <a:extLst>
                <a:ext uri="{2DBE3A5A-8DE0-4B34-BAA9-E37260BCDFBD}">
                  <a16:creationId xmlns:a16="http://schemas.microsoft.com/office/drawing/2010/main" id="{C324B436-6BC4-4360-8387-95A2F98E228A}"/>
                </a:ext>
              </a:extLst>
            </p:cNvPr>
            <p:cNvCxnSpPr/>
            <p:nvPr/>
          </p:nvCxnSpPr>
          <p:spPr>
            <a:xfrm flipH="true" rot="0">
              <a:off x="2305453" y="4099726"/>
              <a:ext cx="862943" cy="522515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16">
              <a:extLst>
                <a:ext uri="{55041B65-E5C3-4528-AB02-3FE68093CC70}">
                  <a16:creationId xmlns:a16="http://schemas.microsoft.com/office/drawing/2010/main" id="{E604F66E-C173-4B30-B133-52EC0E6E8CF7}"/>
                </a:ext>
              </a:extLst>
            </p:cNvPr>
            <p:cNvGrpSpPr/>
            <p:nvPr/>
          </p:nvGrpSpPr>
          <p:grpSpPr>
            <a:xfrm rot="0">
              <a:off x="1810706" y="4038124"/>
              <a:ext cx="859953" cy="821233"/>
              <a:chOff x="1664094" y="4038127"/>
              <a:chExt cx="855188" cy="816683"/>
            </a:xfrm>
          </p:grpSpPr>
          <p:sp>
            <p:nvSpPr>
              <p:cNvPr id="8" name="Freeform: Shape 17">
                <a:extLst>
                  <a:ext uri="{3BDF5F04-9523-4A6C-9383-DC8DFC57701E}">
                    <a16:creationId xmlns:a16="http://schemas.microsoft.com/office/drawing/2010/main" id="{ADB7CAF0-02BC-40AA-B606-0A25092F6DF2}"/>
                  </a:ext>
                </a:extLst>
              </p:cNvPr>
              <p:cNvSpPr/>
              <p:nvPr/>
            </p:nvSpPr>
            <p:spPr>
              <a:xfrm rot="0">
                <a:off x="1664094" y="4038127"/>
                <a:ext cx="789450" cy="749694"/>
              </a:xfrm>
              <a:custGeom>
                <a:avLst/>
                <a:gdLst/>
                <a:ahLst/>
                <a:cxnLst/>
                <a:rect b="b" l="0" r="r" t="0"/>
                <a:pathLst>
                  <a:path h="749694" w="789451">
                    <a:moveTo>
                      <a:pt x="460040" y="0"/>
                    </a:moveTo>
                    <a:lnTo>
                      <a:pt x="0" y="306693"/>
                    </a:lnTo>
                    <a:lnTo>
                      <a:pt x="789451" y="749694"/>
                    </a:lnTo>
                  </a:path>
                </a:pathLst>
              </a:custGeom>
              <a:noFill/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9" name="Oval 18">
                <a:extLst>
                  <a:ext uri="{767EFB2E-6529-48D3-9035-D04D72800050}">
                    <a16:creationId xmlns:a16="http://schemas.microsoft.com/office/drawing/2010/main" id="{16045E34-9A5B-4E1B-B0F0-F9AE1EDE0AD6}"/>
                  </a:ext>
                </a:extLst>
              </p:cNvPr>
              <p:cNvSpPr/>
              <p:nvPr/>
            </p:nvSpPr>
            <p:spPr>
              <a:xfrm rot="0">
                <a:off x="2429836" y="4765363"/>
                <a:ext cx="89446" cy="89446"/>
              </a:xfrm>
              <a:prstGeom prst="ellipse">
                <a:avLst/>
              </a:prstGeom>
              <a:solidFill>
                <a:schemeClr val="accent2"/>
              </a:solidFill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0" name="Oval 19">
                <a:extLst>
                  <a:ext uri="{53312F59-422C-46AC-9B77-A19B9178F957}">
                    <a16:creationId xmlns:a16="http://schemas.microsoft.com/office/drawing/2010/main" id="{D5E3420B-0835-4935-A6EF-F144F361C636}"/>
                  </a:ext>
                </a:extLst>
              </p:cNvPr>
              <p:cNvSpPr/>
              <p:nvPr/>
            </p:nvSpPr>
            <p:spPr>
              <a:xfrm rot="0">
                <a:off x="2419083" y="4424188"/>
                <a:ext cx="45467" cy="45784"/>
              </a:xfrm>
              <a:prstGeom prst="ellipse">
                <a:avLst/>
              </a:prstGeom>
              <a:solidFill>
                <a:schemeClr val="accent2"/>
              </a:solidFill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1" name="Oval 20">
                <a:extLst>
                  <a:ext uri="{80A0EAFE-CDB2-427C-83EC-5CA2156837EE}">
                    <a16:creationId xmlns:a16="http://schemas.microsoft.com/office/drawing/2010/main" id="{2C16B356-9311-40E7-8C57-F9FBF08E4248}"/>
                  </a:ext>
                </a:extLst>
              </p:cNvPr>
              <p:cNvSpPr/>
              <p:nvPr/>
            </p:nvSpPr>
            <p:spPr>
              <a:xfrm rot="0">
                <a:off x="1867907" y="4445352"/>
                <a:ext cx="45467" cy="45918"/>
              </a:xfrm>
              <a:prstGeom prst="ellipse">
                <a:avLst/>
              </a:prstGeom>
              <a:solidFill>
                <a:schemeClr val="accent2"/>
              </a:solidFill>
              <a:ln cap="rnd" w="6350">
                <a:solidFill>
                  <a:schemeClr val="accent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pic>
        <p:nvPicPr>
          <p:cNvPr descr="A picture containing animal, light&#10;&#10;Description automatically generated" id="12" name="Picture 22">
            <a:extLst>
              <a:ext uri="{A8482063-1547-43DD-9854-DCB0DEE69A06}">
                <a16:creationId xmlns:a16="http://schemas.microsoft.com/office/drawing/2010/main" id="{8A6D11FB-8D42-44B6-99C0-22B0A1FCFFCC}"/>
              </a:ext>
            </a:extLst>
          </p:cNvPr>
          <p:cNvPicPr>
            <a:picLocks noChangeAspect="true"/>
          </p:cNvPicPr>
          <p:nvPr userDrawn="1"/>
        </p:nvPicPr>
        <p:blipFill>
          <a:blip r:embed="rId5">
            <a:alphaModFix amt="34000"/>
          </a:blip>
          <a:srcRect r="44251" t="41118"/>
          <a:stretch>
            <a:fillRect/>
          </a:stretch>
        </p:blipFill>
        <p:spPr>
          <a:xfrm rot="0">
            <a:off x="5991196" y="0"/>
            <a:ext cx="3152804" cy="3028595"/>
          </a:xfrm>
          <a:prstGeom prst="rect">
            <a:avLst/>
          </a:prstGeom>
          <a:noFill/>
        </p:spPr>
      </p:pic>
      <p:grpSp>
        <p:nvGrpSpPr>
          <p:cNvPr id="13" name="Group 23">
            <a:extLst>
              <a:ext uri="{48738DA0-C926-4B39-900D-71C6FE12BCDF}">
                <a16:creationId xmlns:a16="http://schemas.microsoft.com/office/drawing/2010/main" id="{13F24ADB-7B41-4202-9823-0E3FE0995275}"/>
              </a:ext>
            </a:extLst>
          </p:cNvPr>
          <p:cNvGrpSpPr/>
          <p:nvPr/>
        </p:nvGrpSpPr>
        <p:grpSpPr>
          <a:xfrm rot="0">
            <a:off x="1657" y="3258229"/>
            <a:ext cx="1975489" cy="1890852"/>
            <a:chOff x="2210" y="4344306"/>
            <a:chExt cx="2633985" cy="2521137"/>
          </a:xfrm>
        </p:grpSpPr>
        <p:cxnSp>
          <p:nvCxnSpPr>
            <p:cNvPr id="14" name="Straight Connector 24">
              <a:extLst>
                <a:ext uri="{1D267B4F-214F-4E06-83E8-31D5FFC67A20}">
                  <a16:creationId xmlns:a16="http://schemas.microsoft.com/office/drawing/2010/main" id="{27502AA6-144E-45BB-8AD4-3FCF5BE714A4}"/>
                </a:ext>
              </a:extLst>
            </p:cNvPr>
            <p:cNvCxnSpPr/>
            <p:nvPr/>
          </p:nvCxnSpPr>
          <p:spPr>
            <a:xfrm flipV="true" rot="0">
              <a:off x="2210" y="4581420"/>
              <a:ext cx="1768408" cy="1002257"/>
            </a:xfrm>
            <a:prstGeom prst="line">
              <a:avLst/>
            </a:prstGeom>
            <a:ln cap="rnd" w="6350">
              <a:solidFill>
                <a:schemeClr val="accent2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25">
              <a:extLst>
                <a:ext uri="{07AA2C8B-4876-4337-A8C6-4D6D19A4B377}">
                  <a16:creationId xmlns:a16="http://schemas.microsoft.com/office/drawing/2010/main" id="{5A4EB1CD-58DB-443F-BECB-3A7ADA54BF7C}"/>
                </a:ext>
              </a:extLst>
            </p:cNvPr>
            <p:cNvSpPr/>
            <p:nvPr/>
          </p:nvSpPr>
          <p:spPr>
            <a:xfrm rot="10800000">
              <a:off x="1471515" y="4411667"/>
              <a:ext cx="793849" cy="727119"/>
            </a:xfrm>
            <a:custGeom>
              <a:avLst/>
              <a:gdLst/>
              <a:ahLst/>
              <a:cxnLst/>
              <a:rect b="b" l="0" r="r" t="0"/>
              <a:pathLst>
                <a:path h="727119" w="793850">
                  <a:moveTo>
                    <a:pt x="469899" y="0"/>
                  </a:moveTo>
                  <a:lnTo>
                    <a:pt x="0" y="281650"/>
                  </a:lnTo>
                  <a:lnTo>
                    <a:pt x="793850" y="727119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6" name="Oval 26">
              <a:extLst>
                <a:ext uri="{C0CE376F-50FB-408B-8424-18552C75C424}">
                  <a16:creationId xmlns:a16="http://schemas.microsoft.com/office/drawing/2010/main" id="{2504512D-66A1-4418-B5DF-1937E804A8F7}"/>
                </a:ext>
              </a:extLst>
            </p:cNvPr>
            <p:cNvSpPr/>
            <p:nvPr/>
          </p:nvSpPr>
          <p:spPr>
            <a:xfrm rot="10800000">
              <a:off x="1405412" y="4344306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7" name="Oval 27">
              <a:extLst>
                <a:ext uri="{57C675D0-BA6F-47B7-80BE-5BFEF9CC7918}">
                  <a16:creationId xmlns:a16="http://schemas.microsoft.com/office/drawing/2010/main" id="{3EC9CB1E-FC69-4686-A52F-E8F8039F3E1F}"/>
                </a:ext>
              </a:extLst>
            </p:cNvPr>
            <p:cNvSpPr/>
            <p:nvPr/>
          </p:nvSpPr>
          <p:spPr>
            <a:xfrm rot="10800000">
              <a:off x="1460449" y="4731286"/>
              <a:ext cx="45720" cy="46040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8" name="Oval 28">
              <a:extLst>
                <a:ext uri="{54049A5A-287A-425A-8853-E60ADDBDA108}">
                  <a16:creationId xmlns:a16="http://schemas.microsoft.com/office/drawing/2010/main" id="{C54DEA8E-7D16-484A-921E-8038D698E8FD}"/>
                </a:ext>
              </a:extLst>
            </p:cNvPr>
            <p:cNvSpPr/>
            <p:nvPr/>
          </p:nvSpPr>
          <p:spPr>
            <a:xfrm rot="10800000">
              <a:off x="2014696" y="4709870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19" name="Freeform: Shape 29">
              <a:extLst>
                <a:ext uri="{F2B7D11D-B6B4-4D19-B327-35E93CBED6B0}">
                  <a16:creationId xmlns:a16="http://schemas.microsoft.com/office/drawing/2010/main" id="{FA6726C1-EF04-484F-8B02-B272AA8909AB}"/>
                </a:ext>
              </a:extLst>
            </p:cNvPr>
            <p:cNvSpPr/>
            <p:nvPr/>
          </p:nvSpPr>
          <p:spPr>
            <a:xfrm rot="0">
              <a:off x="496111" y="5093062"/>
              <a:ext cx="2140083" cy="1772381"/>
            </a:xfrm>
            <a:custGeom>
              <a:avLst/>
              <a:gdLst/>
              <a:ahLst/>
              <a:cxnLst/>
              <a:rect b="b" l="0" r="r" t="0"/>
              <a:pathLst>
                <a:path h="1772381" w="2140084">
                  <a:moveTo>
                    <a:pt x="1247100" y="0"/>
                  </a:moveTo>
                  <a:lnTo>
                    <a:pt x="0" y="725065"/>
                  </a:lnTo>
                  <a:lnTo>
                    <a:pt x="2140084" y="1772381"/>
                  </a:lnTo>
                </a:path>
              </a:pathLst>
            </a:custGeom>
            <a:noFill/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0" name="Oval 30">
              <a:extLst>
                <a:ext uri="{18236058-9B97-404D-886D-FF9C8FDA60B4}">
                  <a16:creationId xmlns:a16="http://schemas.microsoft.com/office/drawing/2010/main" id="{A6CDFB44-F213-4C01-93F5-B4B19118A70C}"/>
                </a:ext>
              </a:extLst>
            </p:cNvPr>
            <p:cNvSpPr/>
            <p:nvPr/>
          </p:nvSpPr>
          <p:spPr>
            <a:xfrm rot="10800000">
              <a:off x="465480" y="5243421"/>
              <a:ext cx="89944" cy="8994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1" name="Oval 31">
              <a:extLst>
                <a:ext uri="{240150F1-BDFC-4789-BF0B-04A0024922DC}">
                  <a16:creationId xmlns:a16="http://schemas.microsoft.com/office/drawing/2010/main" id="{4E2A52BA-418B-4184-8CFB-C60AC649B30C}"/>
                </a:ext>
              </a:extLst>
            </p:cNvPr>
            <p:cNvSpPr/>
            <p:nvPr/>
          </p:nvSpPr>
          <p:spPr>
            <a:xfrm rot="10800000">
              <a:off x="1328895" y="6218119"/>
              <a:ext cx="45720" cy="46174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22" name="Oval 32">
              <a:extLst>
                <a:ext uri="{6478D3B2-11C1-4237-9390-99967383E5D6}">
                  <a16:creationId xmlns:a16="http://schemas.microsoft.com/office/drawing/2010/main" id="{0600A434-73A6-4C71-9AB0-443B2A71B2EB}"/>
                </a:ext>
              </a:extLst>
            </p:cNvPr>
            <p:cNvSpPr/>
            <p:nvPr/>
          </p:nvSpPr>
          <p:spPr>
            <a:xfrm rot="10800000">
              <a:off x="1889260" y="6476189"/>
              <a:ext cx="86767" cy="87376"/>
            </a:xfrm>
            <a:prstGeom prst="ellipse">
              <a:avLst/>
            </a:prstGeom>
            <a:solidFill>
              <a:schemeClr val="accent2"/>
            </a:solidFill>
            <a:ln cap="rnd" w="6350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pic>
        <p:nvPicPr>
          <p:cNvPr descr="A close up of a logo&#10;&#10;Description automatically generated" id="23" name="Picture 33">
            <a:extLst>
              <a:ext uri="{B49AC1D1-FEB9-40A2-82AE-99A941193622}">
                <a16:creationId xmlns:a16="http://schemas.microsoft.com/office/drawing/2010/main" id="{2E145D36-0CC6-432A-A19E-D5A469D5CF0E}"/>
              </a:ext>
            </a:extLst>
          </p:cNvPr>
          <p:cNvPicPr>
            <a:picLocks noChangeAspect="true"/>
          </p:cNvPicPr>
          <p:nvPr userDrawn="1"/>
        </p:nvPicPr>
        <p:blipFill>
          <a:blip r:embed="rId6"/>
          <a:stretch>
            <a:fillRect/>
          </a:stretch>
        </p:blipFill>
        <p:spPr>
          <a:xfrm rot="0">
            <a:off x="637799" y="3574485"/>
            <a:ext cx="1017923" cy="704463"/>
          </a:xfrm>
          <a:prstGeom prst="rect">
            <a:avLst/>
          </a:prstGeom>
          <a:noFill/>
        </p:spPr>
      </p:pic>
      <p:sp>
        <p:nvSpPr>
          <p:cNvPr id="24" name="Title 1">
            <a:extLst>
              <a:ext uri="{62A5E10D-9E96-43C1-BCE6-5458302A0EBE}">
                <a16:creationId xmlns:a16="http://schemas.microsoft.com/office/drawing/2010/main" id="{ACE040DC-F698-41EB-A711-7CFAFA7E1D82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3755233" y="1863768"/>
            <a:ext cx="4760116" cy="901510"/>
          </a:xfrm>
        </p:spPr>
        <p:txBody>
          <a:bodyPr anchor="t" rtlCol="0">
            <a:noAutofit/>
          </a:bodyPr>
          <a:lstStyle>
            <a:lvl1pPr algn="l" lvl="0">
              <a:defRPr b="0" dirty="0" lang="en-US" sz="2800">
                <a:solidFill>
                  <a:schemeClr val="bg1"/>
                </a:solidFill>
                <a:latin typeface="Bungee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25" name="Subtitle 2">
            <a:extLst>
              <a:ext uri="{E20B7522-68B8-462C-B703-8FEFE543821B}">
                <a16:creationId xmlns:a16="http://schemas.microsoft.com/office/drawing/2010/main" id="{E7A5E174-DA2C-4F22-8B9D-4258C137D61F}"/>
              </a:ext>
            </a:extLst>
          </p:cNvPr>
          <p:cNvSpPr>
            <a:spLocks noGrp="true"/>
          </p:cNvSpPr>
          <p:nvPr>
            <p:ph idx="11" type="subTitle"/>
          </p:nvPr>
        </p:nvSpPr>
        <p:spPr>
          <a:xfrm rot="0">
            <a:off x="3754715" y="2879461"/>
            <a:ext cx="4760640" cy="858578"/>
          </a:xfrm>
        </p:spPr>
        <p:txBody>
          <a:bodyPr rtlCol="0">
            <a:noAutofit/>
          </a:bodyPr>
          <a:lstStyle>
            <a:lvl1pPr algn="l" indent="0" lvl="0" marL="0">
              <a:buNone/>
              <a:defRPr dirty="0" lang="en-US" sz="1600">
                <a:solidFill>
                  <a:schemeClr val="accent2"/>
                </a:solidFill>
              </a:defRPr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pic>
        <p:nvPicPr>
          <p:cNvPr descr="A close up of a logo&#10;&#10;Description automatically generated" id="26" name="Picture 4">
            <a:extLst>
              <a:ext uri="{954DE808-6BBD-4D7F-ADCE-8F48CA2040D9}">
                <a16:creationId xmlns:a16="http://schemas.microsoft.com/office/drawing/2010/main" id="{FB20A28F-8F39-4CBA-AF60-10B9D95CDEC1}"/>
              </a:ext>
            </a:extLst>
          </p:cNvPr>
          <p:cNvPicPr>
            <a:picLocks noChangeAspect="true"/>
          </p:cNvPicPr>
          <p:nvPr userDrawn="1"/>
        </p:nvPicPr>
        <p:blipFill>
          <a:blip r:embed="rId6"/>
          <a:stretch>
            <a:fillRect/>
          </a:stretch>
        </p:blipFill>
        <p:spPr>
          <a:xfrm rot="0">
            <a:off x="1993982" y="1446789"/>
            <a:ext cx="1253878" cy="867756"/>
          </a:xfrm>
          <a:prstGeom prst="rect">
            <a:avLst/>
          </a:prstGeom>
          <a:noFill/>
        </p:spPr>
      </p:pic>
      <p:pic>
        <p:nvPicPr>
          <p:cNvPr id="27" name="Picture 7">
            <a:extLst>
              <a:ext uri="{F7596D59-B64F-4AF0-B796-AC4E60E3BF3D}">
                <a16:creationId xmlns:a16="http://schemas.microsoft.com/office/drawing/2010/main" id="{A2DDAA45-9296-4FEC-B4F2-6820A60CDA8B}"/>
              </a:ext>
            </a:extLst>
          </p:cNvPr>
          <p:cNvPicPr>
            <a:picLocks noChangeAspect="true"/>
          </p:cNvPicPr>
          <p:nvPr userDrawn="1"/>
        </p:nvPicPr>
        <p:blipFill>
          <a:blip r:embed="rId7"/>
          <a:stretch>
            <a:fillRect/>
          </a:stretch>
        </p:blipFill>
        <p:spPr>
          <a:xfrm rot="0">
            <a:off x="1146761" y="1874198"/>
            <a:ext cx="1334010" cy="1392972"/>
          </a:xfrm>
          <a:prstGeom prst="rect">
            <a:avLst/>
          </a:prstGeom>
          <a:noFill/>
        </p:spPr>
      </p:pic>
      <p:sp>
        <p:nvSpPr>
          <p:cNvPr hidden="false" id="28" name="Date Placeholder 1">
            <a:extLst>
              <a:ext uri="{A11A9B5E-D933-45DA-AABC-26D25E36F20C}">
                <a16:creationId xmlns:a16="http://schemas.microsoft.com/office/drawing/2010/main" id="{1A16C2CC-5F8F-4695-B11D-97601868DEF2}"/>
              </a:ext>
            </a:extLst>
          </p:cNvPr>
          <p:cNvSpPr>
            <a:spLocks noGrp="true"/>
          </p:cNvSpPr>
          <p:nvPr>
            <p:ph idx="1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9" name="Footer Placeholder 1">
            <a:extLst>
              <a:ext uri="{C32A1E8F-9CD6-4994-9CA4-DD000FA43117}">
                <a16:creationId xmlns:a16="http://schemas.microsoft.com/office/drawing/2010/main" id="{0B464E2C-95D8-450B-99B8-D2BA62DF5259}"/>
              </a:ext>
            </a:extLst>
          </p:cNvPr>
          <p:cNvSpPr>
            <a:spLocks noGrp="true"/>
          </p:cNvSpPr>
          <p:nvPr>
            <p:ph idx="1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30" name="Slide Number Placeholder 7">
            <a:extLst>
              <a:ext uri="{65C19DD0-E955-4993-A668-FB17EF1EB1A0}">
                <a16:creationId xmlns:a16="http://schemas.microsoft.com/office/drawing/2010/main" id="{0BEAF060-2321-4B8F-BFEF-E29906B2AB86}"/>
              </a:ext>
            </a:extLst>
          </p:cNvPr>
          <p:cNvSpPr>
            <a:spLocks noGrp="true"/>
          </p:cNvSpPr>
          <p:nvPr>
            <p:ph idx="14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accent2"/>
                </a:solidFill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B3AE711D-E8E2-43EA-BE61-C9C8BF36EF34}">
        <p14:creationId xmlns:p14="http://schemas.microsoft.com/office/powerpoint/2010/main" val="1713420158738"/>
      </p:ext>
    </p:extLst>
  </p:cSld>
  <p:clrMapOvr>
    <a:masterClrMapping/>
  </p:clrMapOvr>
</p:sldLayout>
</file>

<file path=ppt/slideLayouts/slideLayout1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B8B869C9-9315-48A7-8653-42B9E68D0F94}">
                <a16:creationId xmlns:a16="http://schemas.microsoft.com/office/drawing/2010/main" id="{300D084E-E448-4E42-B8EE-D0043073E891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45361" l="41147" r="-19370" t="-8214"/>
          <a:stretch>
            <a:fillRect/>
          </a:stretch>
        </p:blipFill>
        <p:spPr>
          <a:xfrm rot="0">
            <a:off x="0" y="1626161"/>
            <a:ext cx="4813004" cy="3517339"/>
          </a:xfrm>
          <a:prstGeom prst="rect">
            <a:avLst/>
          </a:prstGeom>
          <a:noFill/>
        </p:spPr>
      </p:pic>
      <p:pic>
        <p:nvPicPr>
          <p:cNvPr id="3" name="Picture 8">
            <a:extLst>
              <a:ext uri="{CA7CA7E4-F82C-4B9A-83B8-67032D7C15A2}">
                <a16:creationId xmlns:a16="http://schemas.microsoft.com/office/drawing/2010/main" id="{D3CDF289-D560-46AA-9CA4-0174B99351CF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6AC7D85-E99A-4990-90A2-C22DFFA99252}">
                <a16:creationId xmlns:a16="http://schemas.microsoft.com/office/drawing/2010/main" id="{70B0A78B-48C1-4BAA-A989-C381AAEC145F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7886700" cy="610019"/>
          </a:xfrm>
        </p:spPr>
        <p:txBody>
          <a:bodyPr rtlCol="0" tIns="36000"/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5" name="Slide Number Placeholder 6">
            <a:extLst>
              <a:ext uri="{847BE31B-C31B-4510-BDFD-6E245BD0F334}">
                <a16:creationId xmlns:a16="http://schemas.microsoft.com/office/drawing/2010/main" id="{1E7D1110-228C-458E-B092-632F43A0AA31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/>
        <p:txBody>
          <a:bodyPr rtlCol="0"/>
          <a:lstStyle/>
          <a:p>
            <a:pPr/>
            <a:fld id="{D844B5E5-1BE9-4A39-BAA9-961E991D1E73}" type="slidenum"/>
            <a:endParaRPr dirty="0" lang="en-US"/>
          </a:p>
        </p:txBody>
      </p:sp>
      <p:sp>
        <p:nvSpPr>
          <p:cNvPr id="6" name="Text Placeholder 10">
            <a:extLst>
              <a:ext uri="{277E6EF4-7909-4F61-8D42-75E4FAFADF57}">
                <a16:creationId xmlns:a16="http://schemas.microsoft.com/office/drawing/2010/main" id="{4231CF78-9C63-4CFD-B15A-3787695BAADD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628650" y="1345423"/>
            <a:ext cx="3886200" cy="476250"/>
          </a:xfrm>
        </p:spPr>
        <p:txBody>
          <a:bodyPr rtlCol="0"/>
          <a:lstStyle>
            <a:lvl1pPr indent="0" lvl="0" marL="0">
              <a:buNone/>
              <a:defRPr b="1" dirty="0" lang="en-US" sz="1600">
                <a:solidFill>
                  <a:schemeClr val="accent2"/>
                </a:solidFill>
                <a:latin typeface="+mn-lt"/>
              </a:defRPr>
            </a:lvl1pPr>
            <a:lvl2pPr indent="0" lvl="1" marL="457200">
              <a:buNone/>
              <a:defRPr b="1" dirty="0" lang="en-US">
                <a:latin typeface="+mn-lt"/>
              </a:defRPr>
            </a:lvl2pPr>
            <a:lvl3pPr indent="0" lvl="2" marL="914400">
              <a:buNone/>
              <a:defRPr b="1" dirty="0" lang="en-US">
                <a:latin typeface="+mn-lt"/>
              </a:defRPr>
            </a:lvl3pPr>
            <a:lvl4pPr indent="0" lvl="3" marL="1371600">
              <a:buNone/>
              <a:defRPr b="1" dirty="0" lang="en-US">
                <a:latin typeface="+mn-lt"/>
              </a:defRPr>
            </a:lvl4pPr>
            <a:lvl5pPr indent="0" lvl="4" marL="1828800">
              <a:buNone/>
              <a:defRPr b="1" dirty="0" lang="en-US">
                <a:latin typeface="+mn-lt"/>
              </a:defRPr>
            </a:lvl5pPr>
          </a:lstStyle>
          <a:p>
            <a:pPr lvl="0"/>
            <a:r>
              <a:rPr dirty="0" lang="en-US"/>
              <a:t>Subtitle</a:t>
            </a:r>
            <a:endParaRPr dirty="0" lang="en-US"/>
          </a:p>
        </p:txBody>
      </p:sp>
      <p:sp>
        <p:nvSpPr>
          <p:cNvPr id="7" name="Chart Placeholder 5">
            <a:extLst>
              <a:ext uri="{65C9365F-7173-4ED1-8FE8-91D370A91755}">
                <a16:creationId xmlns:a16="http://schemas.microsoft.com/office/drawing/2010/main" id="{DADE9EE4-9FAF-4855-9C22-F2268EC41048}"/>
              </a:ext>
            </a:extLst>
          </p:cNvPr>
          <p:cNvSpPr>
            <a:spLocks noGrp="true"/>
          </p:cNvSpPr>
          <p:nvPr>
            <p:ph idx="13" type="chart"/>
          </p:nvPr>
        </p:nvSpPr>
        <p:spPr>
          <a:xfrm rot="0">
            <a:off x="4692253" y="1345406"/>
            <a:ext cx="3823096" cy="3287316"/>
          </a:xfrm>
        </p:spPr>
        <p:txBody>
          <a:bodyPr rtlCol="0"/>
          <a:lstStyle>
            <a:lvl1pPr indent="0" lvl="0" marL="0">
              <a:buNone/>
              <a:defRPr dirty="0" lang="en-US" sz="20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Text Placeholder 4">
            <a:extLst>
              <a:ext uri="{8449F40E-1CAA-4445-818E-838F15EED3AD}">
                <a16:creationId xmlns:a16="http://schemas.microsoft.com/office/drawing/2010/main" id="{45F96E00-6DCB-4E36-B832-375A9B6C3947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628650" y="1952093"/>
            <a:ext cx="3886200" cy="2680628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400"/>
            </a:lvl3pPr>
            <a:lvl4pPr indent="0" lvl="3" marL="1371600">
              <a:buNone/>
              <a:defRPr dirty="0" lang="en-US" sz="1400"/>
            </a:lvl4pPr>
            <a:lvl5pPr indent="0" lvl="4" marL="1828800">
              <a:buNone/>
              <a:defRPr dirty="0" lang="en-US" sz="14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9" name="Date Placeholder 1">
            <a:extLst>
              <a:ext uri="{A225AD19-CF49-480A-AAF2-3E0C20A44ACB}">
                <a16:creationId xmlns:a16="http://schemas.microsoft.com/office/drawing/2010/main" id="{9B761FCB-6987-4ACF-AC07-F017F60C1156}"/>
              </a:ext>
            </a:extLst>
          </p:cNvPr>
          <p:cNvSpPr>
            <a:spLocks noGrp="true"/>
          </p:cNvSpPr>
          <p:nvPr>
            <p:ph idx="15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0" name="Footer Placeholder 1">
            <a:extLst>
              <a:ext uri="{013C7B90-9F7B-432A-8DF6-65A6EFE69B73}">
                <a16:creationId xmlns:a16="http://schemas.microsoft.com/office/drawing/2010/main" id="{D64296EA-4513-4483-AA4C-7B0476CA1203}"/>
              </a:ext>
            </a:extLst>
          </p:cNvPr>
          <p:cNvSpPr>
            <a:spLocks noGrp="true"/>
          </p:cNvSpPr>
          <p:nvPr>
            <p:ph idx="16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328B57DE-4FE4-4B0E-818A-67F2A5EB0ACE}">
        <p14:creationId xmlns:p14="http://schemas.microsoft.com/office/powerpoint/2010/main" val="1713420158742"/>
      </p:ext>
    </p:extLst>
  </p:cSld>
  <p:clrMapOvr>
    <a:masterClrMapping/>
  </p:clrMapOvr>
</p:sldLayout>
</file>

<file path=ppt/slideLayouts/slideLayout1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4B0AC904-1DE1-4E8A-97A2-AE105BFE1D87}">
                <a16:creationId xmlns:a16="http://schemas.microsoft.com/office/drawing/2010/main" id="{09477505-3EB8-457E-ADA0-2D8E812D21E7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4999"/>
          </a:blip>
          <a:srcRect b="45361" l="41147" r="-19370" t="-8214"/>
          <a:stretch>
            <a:fillRect/>
          </a:stretch>
        </p:blipFill>
        <p:spPr>
          <a:xfrm rot="0">
            <a:off x="0" y="314244"/>
            <a:ext cx="6608186" cy="4829256"/>
          </a:xfrm>
          <a:prstGeom prst="rect">
            <a:avLst/>
          </a:prstGeom>
          <a:noFill/>
        </p:spPr>
      </p:pic>
      <p:pic>
        <p:nvPicPr>
          <p:cNvPr id="3" name="Picture 7">
            <a:extLst>
              <a:ext uri="{05D26B6E-9AE1-406F-8843-1810E26E3178}">
                <a16:creationId xmlns:a16="http://schemas.microsoft.com/office/drawing/2010/main" id="{A8C5077A-E3A0-42A8-9BEB-99B40F50B834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hidden="false" id="4" name="Title 1">
            <a:extLst>
              <a:ext uri="{D6343D66-D631-4B9A-AD3F-1D5704A553B0}">
                <a16:creationId xmlns:a16="http://schemas.microsoft.com/office/drawing/2010/main" id="{0433FE43-C04C-4B87-BEB4-49409ED48E14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7886700" cy="660432"/>
          </a:xfrm>
        </p:spPr>
        <p:txBody>
          <a:bodyPr rtlCol="0" tIns="36000"/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Meet the Team</a:t>
            </a:r>
            <a:endParaRPr dirty="0" lang="en-US"/>
          </a:p>
        </p:txBody>
      </p:sp>
      <p:sp>
        <p:nvSpPr>
          <p:cNvPr id="5" name="Slide Number Placeholder 5">
            <a:extLst>
              <a:ext uri="{5B9DF92E-6447-4504-998C-20F11B8410F2}">
                <a16:creationId xmlns:a16="http://schemas.microsoft.com/office/drawing/2010/main" id="{B6AA59C2-F36F-4D49-A1FD-54E812CFA879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/>
          <a:p>
            <a:pPr/>
            <a:fld id="{71DB0D33-6FF9-4B56-AD0B-50C001B17534}" type="slidenum"/>
            <a:endParaRPr dirty="0" lang="en-US"/>
          </a:p>
        </p:txBody>
      </p:sp>
      <p:cxnSp>
        <p:nvCxnSpPr>
          <p:cNvPr id="6" name="Straight Connector 9">
            <a:extLst>
              <a:ext uri="{E7DD5AA2-AFF4-494E-BE80-D7E3B7BD1E72}">
                <a16:creationId xmlns:a16="http://schemas.microsoft.com/office/drawing/2010/main" id="{5071C291-4208-4633-BAFA-93084FD03F7F}"/>
              </a:ext>
            </a:extLst>
          </p:cNvPr>
          <p:cNvCxnSpPr/>
          <p:nvPr/>
        </p:nvCxnSpPr>
        <p:spPr>
          <a:xfrm rot="0">
            <a:off x="824753" y="2061721"/>
            <a:ext cx="7690597" cy="0"/>
          </a:xfrm>
          <a:prstGeom prst="line">
            <a:avLst/>
          </a:prstGeom>
          <a:ln w="12700">
            <a:solidFill>
              <a:schemeClr val="accent2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99D3E40B-EEB1-4CB3-98CE-CA240277411D}">
                <a16:creationId xmlns:a16="http://schemas.microsoft.com/office/drawing/2010/main" id="{A7DAAD4A-B715-4A7D-A696-09E320C5F1C4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628648" y="2962652"/>
            <a:ext cx="2477552" cy="488156"/>
          </a:xfrm>
        </p:spPr>
        <p:txBody>
          <a:bodyPr anchor="b" rtlCol="0"/>
          <a:lstStyle>
            <a:lvl1pPr algn="ctr"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Text Placeholder 17">
            <a:extLst>
              <a:ext uri="{3E82B2EA-E470-4959-BAD0-0EFDBE370DD6}">
                <a16:creationId xmlns:a16="http://schemas.microsoft.com/office/drawing/2010/main" id="{4A75DCEB-B515-4F6A-96F5-F9E5C236C78E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628648" y="3448833"/>
            <a:ext cx="2477552" cy="1180317"/>
          </a:xfrm>
        </p:spPr>
        <p:txBody>
          <a:bodyPr rtlCol="0"/>
          <a:lstStyle>
            <a:lvl1pPr algn="ctr" indent="0" lvl="0" marL="0">
              <a:buNone/>
              <a:defRPr dirty="0" lang="en-US" sz="12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9" name="Picture 11">
            <a:extLst>
              <a:ext uri="{9A8E5962-5778-468B-80F9-EE76E9E499A1}">
                <a16:creationId xmlns:a16="http://schemas.microsoft.com/office/drawing/2010/main" id="{39BAF90D-487D-494D-A742-4DEBEA346C5F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565453" y="1797078"/>
            <a:ext cx="476803" cy="529285"/>
          </a:xfrm>
          <a:prstGeom prst="rect">
            <a:avLst/>
          </a:prstGeom>
          <a:noFill/>
        </p:spPr>
      </p:pic>
      <p:sp>
        <p:nvSpPr>
          <p:cNvPr id="10" name="Text Placeholder 17">
            <a:extLst>
              <a:ext uri="{F1DA198B-D91B-49A0-8A61-9CD97C24CC64}">
                <a16:creationId xmlns:a16="http://schemas.microsoft.com/office/drawing/2010/main" id="{439E430F-5CF2-48AE-9237-70A249706440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3263502" y="2962652"/>
            <a:ext cx="2477552" cy="488156"/>
          </a:xfrm>
        </p:spPr>
        <p:txBody>
          <a:bodyPr anchor="b" rtlCol="0"/>
          <a:lstStyle>
            <a:lvl1pPr algn="ctr"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ext Placeholder 17">
            <a:extLst>
              <a:ext uri="{E785D54B-4D75-41CC-B226-938AD6D9825D}">
                <a16:creationId xmlns:a16="http://schemas.microsoft.com/office/drawing/2010/main" id="{26FC0064-9C15-4D8F-8339-107ACBFBE323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3263502" y="3448833"/>
            <a:ext cx="2477552" cy="1180317"/>
          </a:xfrm>
        </p:spPr>
        <p:txBody>
          <a:bodyPr rtlCol="0"/>
          <a:lstStyle>
            <a:lvl1pPr algn="ctr" indent="0" lvl="0" marL="0">
              <a:buNone/>
              <a:defRPr dirty="0" lang="en-US" sz="12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12" name="Picture 27">
            <a:extLst>
              <a:ext uri="{FB1538A4-C679-485D-A919-312279C26B46}">
                <a16:creationId xmlns:a16="http://schemas.microsoft.com/office/drawing/2010/main" id="{48806E2E-7340-4FF0-82F9-C509F12A2A19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3200307" y="1797078"/>
            <a:ext cx="476803" cy="529285"/>
          </a:xfrm>
          <a:prstGeom prst="rect">
            <a:avLst/>
          </a:prstGeom>
          <a:noFill/>
        </p:spPr>
      </p:pic>
      <p:sp>
        <p:nvSpPr>
          <p:cNvPr id="13" name="Text Placeholder 17">
            <a:extLst>
              <a:ext uri="{EC35A376-CF2A-4CB0-89C2-0E089F02A742}">
                <a16:creationId xmlns:a16="http://schemas.microsoft.com/office/drawing/2010/main" id="{9B18C8A9-9290-4346-B035-5BE60E77E695}"/>
              </a:ext>
            </a:extLst>
          </p:cNvPr>
          <p:cNvSpPr>
            <a:spLocks noGrp="true"/>
          </p:cNvSpPr>
          <p:nvPr>
            <p:ph idx="16" type="body"/>
          </p:nvPr>
        </p:nvSpPr>
        <p:spPr>
          <a:xfrm rot="0">
            <a:off x="5884308" y="2962652"/>
            <a:ext cx="2477552" cy="488156"/>
          </a:xfrm>
        </p:spPr>
        <p:txBody>
          <a:bodyPr anchor="b" rtlCol="0"/>
          <a:lstStyle>
            <a:lvl1pPr algn="ctr" indent="0" lvl="0" marL="0">
              <a:buNone/>
              <a:defRPr dirty="0" lang="en-US" sz="16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4" name="Text Placeholder 17">
            <a:extLst>
              <a:ext uri="{C1025606-2B59-4BD0-91F1-6524DB303FAE}">
                <a16:creationId xmlns:a16="http://schemas.microsoft.com/office/drawing/2010/main" id="{4C61F207-7C08-4375-8A41-595E2692A6FD}"/>
              </a:ext>
            </a:extLst>
          </p:cNvPr>
          <p:cNvSpPr>
            <a:spLocks noGrp="true"/>
          </p:cNvSpPr>
          <p:nvPr>
            <p:ph idx="17" type="body"/>
          </p:nvPr>
        </p:nvSpPr>
        <p:spPr>
          <a:xfrm rot="0">
            <a:off x="5884308" y="3448833"/>
            <a:ext cx="2477552" cy="1180317"/>
          </a:xfrm>
        </p:spPr>
        <p:txBody>
          <a:bodyPr rtlCol="0"/>
          <a:lstStyle>
            <a:lvl1pPr algn="ctr" indent="0" lvl="0" marL="0">
              <a:buNone/>
              <a:defRPr dirty="0" lang="en-US" sz="12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15" name="Picture 32">
            <a:extLst>
              <a:ext uri="{040AB758-2466-4FF9-A899-F9D06F229BB3}">
                <a16:creationId xmlns:a16="http://schemas.microsoft.com/office/drawing/2010/main" id="{2753B202-594B-4365-A583-B6B32E634157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5821113" y="1797078"/>
            <a:ext cx="476803" cy="529285"/>
          </a:xfrm>
          <a:prstGeom prst="rect">
            <a:avLst/>
          </a:prstGeom>
          <a:noFill/>
        </p:spPr>
      </p:pic>
      <p:sp>
        <p:nvSpPr>
          <p:cNvPr id="16" name="Picture Placeholder 4">
            <a:extLst>
              <a:ext uri="{0407D7DC-455F-4C2D-809F-9CAF259DCD25}">
                <a16:creationId xmlns:a16="http://schemas.microsoft.com/office/drawing/2010/main" id="{29253371-3480-4078-B67A-25BB354570CA}"/>
              </a:ext>
            </a:extLst>
          </p:cNvPr>
          <p:cNvSpPr>
            <a:spLocks noGrp="true"/>
          </p:cNvSpPr>
          <p:nvPr>
            <p:ph idx="18" type="pic"/>
          </p:nvPr>
        </p:nvSpPr>
        <p:spPr>
          <a:xfrm rot="0">
            <a:off x="1088501" y="1288563"/>
            <a:ext cx="1546315" cy="1546315"/>
          </a:xfrm>
          <a:prstGeom prst="ellipse">
            <a:avLst/>
          </a:prstGeom>
          <a:noFill/>
        </p:spPr>
        <p:txBody>
          <a:bodyPr rtlCol="0"/>
          <a:lstStyle>
            <a:lvl1pPr algn="ctr"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7" name="Picture Placeholder 4">
            <a:extLst>
              <a:ext uri="{43C26DD9-D931-44F9-8F8B-9A589C05A2AD}">
                <a16:creationId xmlns:a16="http://schemas.microsoft.com/office/drawing/2010/main" id="{E512F4F9-4C27-470B-8100-8594EB8E708C}"/>
              </a:ext>
            </a:extLst>
          </p:cNvPr>
          <p:cNvSpPr>
            <a:spLocks noGrp="true"/>
          </p:cNvSpPr>
          <p:nvPr>
            <p:ph idx="19" type="pic"/>
          </p:nvPr>
        </p:nvSpPr>
        <p:spPr>
          <a:xfrm rot="0">
            <a:off x="3729120" y="1288563"/>
            <a:ext cx="1546315" cy="1546315"/>
          </a:xfrm>
          <a:prstGeom prst="ellipse">
            <a:avLst/>
          </a:prstGeom>
          <a:noFill/>
        </p:spPr>
        <p:txBody>
          <a:bodyPr rtlCol="0"/>
          <a:lstStyle>
            <a:lvl1pPr algn="ctr"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8" name="Picture Placeholder 4">
            <a:extLst>
              <a:ext uri="{2DE66471-DDA3-471C-8912-80EE477EB67A}">
                <a16:creationId xmlns:a16="http://schemas.microsoft.com/office/drawing/2010/main" id="{04AE144E-7A75-40FA-BBAF-DF5B2CF449CC}"/>
              </a:ext>
            </a:extLst>
          </p:cNvPr>
          <p:cNvSpPr>
            <a:spLocks noGrp="true"/>
          </p:cNvSpPr>
          <p:nvPr>
            <p:ph idx="20" type="pic"/>
          </p:nvPr>
        </p:nvSpPr>
        <p:spPr>
          <a:xfrm rot="0">
            <a:off x="6349926" y="1288563"/>
            <a:ext cx="1546315" cy="1546315"/>
          </a:xfrm>
          <a:prstGeom prst="ellipse">
            <a:avLst/>
          </a:prstGeom>
          <a:noFill/>
        </p:spPr>
        <p:txBody>
          <a:bodyPr rtlCol="0"/>
          <a:lstStyle>
            <a:lvl1pPr algn="ctr"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hidden="false" id="19" name="Date Placeholder 1">
            <a:extLst>
              <a:ext uri="{4DF21DA1-ED59-4C0A-BF7D-8B382921F711}">
                <a16:creationId xmlns:a16="http://schemas.microsoft.com/office/drawing/2010/main" id="{0AA60F7B-417F-46EE-816B-9728559E9060}"/>
              </a:ext>
            </a:extLst>
          </p:cNvPr>
          <p:cNvSpPr>
            <a:spLocks noGrp="true"/>
          </p:cNvSpPr>
          <p:nvPr>
            <p:ph idx="21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20" name="Footer Placeholder 1">
            <a:extLst>
              <a:ext uri="{F4A09D38-B3EF-4E43-AF2A-BDEC68D89A4E}">
                <a16:creationId xmlns:a16="http://schemas.microsoft.com/office/drawing/2010/main" id="{0EA580FE-BBC2-46E0-9F18-4D9AB29512B5}"/>
              </a:ext>
            </a:extLst>
          </p:cNvPr>
          <p:cNvSpPr>
            <a:spLocks noGrp="true"/>
          </p:cNvSpPr>
          <p:nvPr>
            <p:ph idx="22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D74981B6-10E5-4A85-9DEA-E4420E6640BE}">
        <p14:creationId xmlns:p14="http://schemas.microsoft.com/office/powerpoint/2010/main" val="1713420158744"/>
      </p:ext>
    </p:extLst>
  </p:cSld>
  <p:clrMapOvr>
    <a:masterClrMapping/>
  </p:clrMapOvr>
</p:sldLayout>
</file>

<file path=ppt/slideLayouts/slideLayout1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2736BD19-2713-4C7F-9E94-C3C5AC1EAD13}">
                <a16:creationId xmlns:a16="http://schemas.microsoft.com/office/drawing/2010/main" id="{FB813ED1-3FD1-4BA1-9A32-1E4E59B25F93}"/>
              </a:ext>
            </a:extLst>
          </p:cNvPr>
          <p:cNvSpPr/>
          <p:nvPr userDrawn="1"/>
        </p:nvSpPr>
        <p:spPr>
          <a:xfrm rot="0">
            <a:off x="0" y="0"/>
            <a:ext cx="9144000" cy="16287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id="3" name="Picture 20">
            <a:extLst>
              <a:ext uri="{F312C25B-2080-4A5C-8A3E-A005E3ACAD68}">
                <a16:creationId xmlns:a16="http://schemas.microsoft.com/office/drawing/2010/main" id="{4F36B533-FD0E-471A-A2FC-C8756476F889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0000"/>
          </a:blip>
          <a:srcRect b="53201" l="43248" r="-20637" t="-15385"/>
          <a:stretch>
            <a:fillRect/>
          </a:stretch>
        </p:blipFill>
        <p:spPr>
          <a:xfrm rot="0">
            <a:off x="0" y="1508736"/>
            <a:ext cx="4973684" cy="3634763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3377AD7D-2118-4E75-9835-C09606EECAD9}">
                <a16:creationId xmlns:a16="http://schemas.microsoft.com/office/drawing/2010/main" id="{81CC72A1-E526-4CBD-A55A-8552828B10CA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3155293" cy="658836"/>
          </a:xfrm>
        </p:spPr>
        <p:txBody>
          <a:bodyPr rtlCol="0" tIns="36000"/>
          <a:lstStyle>
            <a:lvl1pPr lvl="0">
              <a:defRPr b="0" dirty="0" lang="en-US">
                <a:solidFill>
                  <a:schemeClr val="bg1"/>
                </a:solidFill>
                <a:latin typeface="Bungee"/>
              </a:defRPr>
            </a:lvl1pPr>
          </a:lstStyle>
          <a:p>
            <a:pPr/>
            <a:r>
              <a:rPr dirty="0" lang="en-US"/>
              <a:t>Storyboard</a:t>
            </a:r>
            <a:endParaRPr dirty="0" lang="en-US"/>
          </a:p>
        </p:txBody>
      </p:sp>
      <p:sp>
        <p:nvSpPr>
          <p:cNvPr id="5" name="Slide Number Placeholder 5">
            <a:extLst>
              <a:ext uri="{6C9DE811-85A3-4C9C-9892-37B1DA152C7D}">
                <a16:creationId xmlns:a16="http://schemas.microsoft.com/office/drawing/2010/main" id="{3F583776-F2FE-434A-9F67-CB57CA54E7BB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0BE9EA5E-FB6C-4654-8303-915CE79AD4FA}" type="slidenum"/>
            <a:endParaRPr dirty="0" lang="en-US"/>
          </a:p>
        </p:txBody>
      </p:sp>
      <p:pic>
        <p:nvPicPr>
          <p:cNvPr id="6" name="Picture 34">
            <a:extLst>
              <a:ext uri="{663F3819-2968-4728-A2B5-CD8CE469B106}">
                <a16:creationId xmlns:a16="http://schemas.microsoft.com/office/drawing/2010/main" id="{DB799E86-AAD3-40E4-A66F-36AA774DFDF6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b="50000" l="29920" r="-8150" t="21831"/>
          <a:stretch>
            <a:fillRect/>
          </a:stretch>
        </p:blipFill>
        <p:spPr>
          <a:xfrm flipH="true" rot="0">
            <a:off x="4170314" y="0"/>
            <a:ext cx="4973684" cy="1628775"/>
          </a:xfrm>
          <a:prstGeom prst="rect">
            <a:avLst/>
          </a:prstGeom>
          <a:noFill/>
        </p:spPr>
      </p:pic>
      <p:sp>
        <p:nvSpPr>
          <p:cNvPr id="7" name="Text Placeholder 4">
            <a:extLst>
              <a:ext uri="{D1AB0032-7A9E-4E67-90E6-FDBEA8ABD3C0}">
                <a16:creationId xmlns:a16="http://schemas.microsoft.com/office/drawing/2010/main" id="{802F7C68-457C-4063-A825-918E29A75B95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3873558" y="581566"/>
            <a:ext cx="4641791" cy="658836"/>
          </a:xfrm>
        </p:spPr>
        <p:txBody>
          <a:bodyPr rtlCol="0"/>
          <a:lstStyle>
            <a:lvl1pPr indent="0" lvl="0" marL="0"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bg1"/>
                </a:solidFill>
              </a:defRPr>
            </a:lvl2pPr>
            <a:lvl3pPr indent="0" lvl="2" marL="914400">
              <a:buNone/>
              <a:defRPr dirty="0" lang="en-US" sz="2000">
                <a:solidFill>
                  <a:schemeClr val="bg1"/>
                </a:solidFill>
              </a:defRPr>
            </a:lvl3pPr>
            <a:lvl4pPr indent="0" lvl="3" marL="1371600">
              <a:buNone/>
              <a:defRPr dirty="0" lang="en-US" sz="2000">
                <a:solidFill>
                  <a:schemeClr val="bg1"/>
                </a:solidFill>
              </a:defRPr>
            </a:lvl4pPr>
            <a:lvl5pPr indent="0" lvl="4" marL="1828800">
              <a:buNone/>
              <a:defRPr dirty="0" lang="en-US" sz="2000">
                <a:solidFill>
                  <a:schemeClr val="bg1"/>
                </a:solidFill>
              </a:defRPr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sp>
        <p:nvSpPr>
          <p:cNvPr id="8" name="Picture Placeholder 4">
            <a:extLst>
              <a:ext uri="{50CC55B2-0531-432F-88A9-F3749D3AF003}">
                <a16:creationId xmlns:a16="http://schemas.microsoft.com/office/drawing/2010/main" id="{45B3157B-0593-44E1-AB77-5EFE4B6B935C}"/>
              </a:ext>
            </a:extLst>
          </p:cNvPr>
          <p:cNvSpPr>
            <a:spLocks noGrp="true"/>
          </p:cNvSpPr>
          <p:nvPr>
            <p:ph idx="13" type="pic"/>
          </p:nvPr>
        </p:nvSpPr>
        <p:spPr>
          <a:xfrm rot="0">
            <a:off x="628650" y="1771650"/>
            <a:ext cx="3155156" cy="2857500"/>
          </a:xfrm>
          <a:noFill/>
        </p:spPr>
        <p:txBody>
          <a:bodyPr anchor="ctr" rtlCol="0"/>
          <a:lstStyle>
            <a:lvl1pPr algn="ctr"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Picture Placeholder 4">
            <a:extLst>
              <a:ext uri="{F0060B96-6452-4D46-982C-38F69D179DB5}">
                <a16:creationId xmlns:a16="http://schemas.microsoft.com/office/drawing/2010/main" id="{F49A1C44-3E24-4B1E-B877-84A893469E60}"/>
              </a:ext>
            </a:extLst>
          </p:cNvPr>
          <p:cNvSpPr>
            <a:spLocks noGrp="true"/>
          </p:cNvSpPr>
          <p:nvPr>
            <p:ph idx="14" type="pic"/>
          </p:nvPr>
        </p:nvSpPr>
        <p:spPr>
          <a:xfrm rot="0">
            <a:off x="4024755" y="1771650"/>
            <a:ext cx="4490593" cy="1362570"/>
          </a:xfrm>
          <a:noFill/>
        </p:spPr>
        <p:txBody>
          <a:bodyPr anchor="ctr" rtlCol="0"/>
          <a:lstStyle>
            <a:lvl1pPr algn="ctr"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0" name="Picture Placeholder 4">
            <a:extLst>
              <a:ext uri="{A3D44C06-C346-441D-87C4-6A269B817149}">
                <a16:creationId xmlns:a16="http://schemas.microsoft.com/office/drawing/2010/main" id="{CB988661-6556-4E31-8DE5-1669DB25D7F9}"/>
              </a:ext>
            </a:extLst>
          </p:cNvPr>
          <p:cNvSpPr>
            <a:spLocks noGrp="true"/>
          </p:cNvSpPr>
          <p:nvPr>
            <p:ph idx="15" type="pic"/>
          </p:nvPr>
        </p:nvSpPr>
        <p:spPr>
          <a:xfrm rot="0">
            <a:off x="4024755" y="3275937"/>
            <a:ext cx="4490593" cy="1362570"/>
          </a:xfrm>
          <a:noFill/>
        </p:spPr>
        <p:txBody>
          <a:bodyPr anchor="ctr" rtlCol="0"/>
          <a:lstStyle>
            <a:lvl1pPr algn="ctr" indent="0" lvl="0" marL="0">
              <a:buNone/>
              <a:defRPr dirty="0" lang="en-US" sz="160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hidden="false" id="11" name="Date Placeholder 1">
            <a:extLst>
              <a:ext uri="{71B6327E-CBD8-4E22-9C53-F434CF170907}">
                <a16:creationId xmlns:a16="http://schemas.microsoft.com/office/drawing/2010/main" id="{14A68510-10AB-45AB-B999-34867D2FEF51}"/>
              </a:ext>
            </a:extLst>
          </p:cNvPr>
          <p:cNvSpPr>
            <a:spLocks noGrp="true"/>
          </p:cNvSpPr>
          <p:nvPr>
            <p:ph idx="16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2" name="Footer Placeholder 1">
            <a:extLst>
              <a:ext uri="{F26767F3-A9A0-4E71-A334-2A3B2E9FB0A0}">
                <a16:creationId xmlns:a16="http://schemas.microsoft.com/office/drawing/2010/main" id="{C124DA12-5146-4501-B2D5-E8A8CFC10589}"/>
              </a:ext>
            </a:extLst>
          </p:cNvPr>
          <p:cNvSpPr>
            <a:spLocks noGrp="true"/>
          </p:cNvSpPr>
          <p:nvPr>
            <p:ph idx="17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4B79917C-3610-411B-A57B-4607DB571255}">
        <p14:creationId xmlns:p14="http://schemas.microsoft.com/office/powerpoint/2010/main" val="1713420158747"/>
      </p:ext>
    </p:extLst>
  </p:cSld>
  <p:clrMapOvr>
    <a:masterClrMapping/>
  </p:clrMapOvr>
</p:sldLayout>
</file>

<file path=ppt/slideLayouts/slideLayout1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175C2C8D-83CF-4BE9-BAB0-AF782C21E373}">
                <a16:creationId xmlns:a16="http://schemas.microsoft.com/office/drawing/2010/main" id="{7DC4CDA1-AEEB-4DBF-BE0F-38F396B31C8B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4999"/>
          </a:blip>
          <a:srcRect b="45361" l="41147" r="-19370" t="-8214"/>
          <a:stretch>
            <a:fillRect/>
          </a:stretch>
        </p:blipFill>
        <p:spPr>
          <a:xfrm rot="0">
            <a:off x="0" y="314244"/>
            <a:ext cx="6608186" cy="4829256"/>
          </a:xfrm>
          <a:prstGeom prst="rect">
            <a:avLst/>
          </a:prstGeom>
          <a:noFill/>
        </p:spPr>
      </p:pic>
      <p:pic>
        <p:nvPicPr>
          <p:cNvPr id="3" name="Picture 7">
            <a:extLst>
              <a:ext uri="{99DB3E45-EC5C-42A7-9D4A-2AAADD37B742}">
                <a16:creationId xmlns:a16="http://schemas.microsoft.com/office/drawing/2010/main" id="{6AF7B264-257C-4A82-8D47-6AF0E7EB0048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52000"/>
          </a:blip>
          <a:srcRect b="3412" l="-14739" r="56297" t="38146"/>
          <a:stretch>
            <a:fillRect/>
          </a:stretch>
        </p:blipFill>
        <p:spPr>
          <a:xfrm rot="0">
            <a:off x="5991196" y="0"/>
            <a:ext cx="3152804" cy="2867267"/>
          </a:xfrm>
          <a:prstGeom prst="rect">
            <a:avLst/>
          </a:prstGeom>
          <a:noFill/>
        </p:spPr>
      </p:pic>
      <p:sp>
        <p:nvSpPr>
          <p:cNvPr hidden="false" id="4" name="Title 1">
            <a:extLst>
              <a:ext uri="{CEDA28C2-9B2C-4B71-81B3-6D2AC583B4A3}">
                <a16:creationId xmlns:a16="http://schemas.microsoft.com/office/drawing/2010/main" id="{084EA593-54D0-4A8F-BEC3-8DB14DC64F90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581565"/>
            <a:ext cx="2949437" cy="669385"/>
          </a:xfrm>
        </p:spPr>
        <p:txBody>
          <a:bodyPr rtlCol="0" tIns="36000"/>
          <a:lstStyle>
            <a:lvl1pPr lvl="0">
              <a:defRPr b="0" dirty="0" lang="en-US">
                <a:latin typeface="Bungee"/>
              </a:defRPr>
            </a:lvl1pPr>
          </a:lstStyle>
          <a:p>
            <a:pPr/>
            <a:r>
              <a:rPr dirty="0" lang="en-US"/>
              <a:t>Timeline</a:t>
            </a:r>
            <a:endParaRPr dirty="0" lang="en-US"/>
          </a:p>
        </p:txBody>
      </p:sp>
      <p:sp>
        <p:nvSpPr>
          <p:cNvPr id="5" name="Slide Number Placeholder 5">
            <a:extLst>
              <a:ext uri="{F8D60DDD-89B7-4E42-AEAC-A96DD08018ED}">
                <a16:creationId xmlns:a16="http://schemas.microsoft.com/office/drawing/2010/main" id="{396EEBC8-C043-4658-91C4-DF11EE3ACB4C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/>
          <a:p>
            <a:pPr/>
            <a:fld id="{9B34477D-2C5D-463B-BB82-E534AFE33A06}" type="slidenum"/>
            <a:endParaRPr dirty="0" lang="en-US"/>
          </a:p>
        </p:txBody>
      </p:sp>
      <p:cxnSp>
        <p:nvCxnSpPr>
          <p:cNvPr id="6" name="Straight Connector 9">
            <a:extLst>
              <a:ext uri="{0724902B-050D-4964-AA96-23C409805220}">
                <a16:creationId xmlns:a16="http://schemas.microsoft.com/office/drawing/2010/main" id="{951ECA19-BB6D-415A-9DB4-09EBF70D86BC}"/>
              </a:ext>
            </a:extLst>
          </p:cNvPr>
          <p:cNvCxnSpPr/>
          <p:nvPr/>
        </p:nvCxnSpPr>
        <p:spPr>
          <a:xfrm rot="0">
            <a:off x="1292719" y="2738076"/>
            <a:ext cx="7222630" cy="0"/>
          </a:xfrm>
          <a:prstGeom prst="line">
            <a:avLst/>
          </a:prstGeom>
          <a:ln w="12700">
            <a:solidFill>
              <a:schemeClr val="accent2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DFA67AF2-456B-49C7-B3F2-AED66076F9B7}">
                <a16:creationId xmlns:a16="http://schemas.microsoft.com/office/drawing/2010/main" id="{105E0BC0-B149-4C78-918B-AA5F2323638B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628650" y="2978071"/>
            <a:ext cx="1445248" cy="342294"/>
          </a:xfrm>
        </p:spPr>
        <p:txBody>
          <a:bodyPr anchor="b" rtlCol="0"/>
          <a:lstStyle>
            <a:lvl1pPr algn="ctr" indent="0" lvl="0" marL="0">
              <a:buNone/>
              <a:defRPr dirty="0" lang="en-US" sz="14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Text Placeholder 17">
            <a:extLst>
              <a:ext uri="{4267366A-A062-4F10-BD41-4847B3862C49}">
                <a16:creationId xmlns:a16="http://schemas.microsoft.com/office/drawing/2010/main" id="{0DB4A572-7B63-451E-B6AF-34A6400F8720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628650" y="3358181"/>
            <a:ext cx="1445248" cy="1256008"/>
          </a:xfrm>
        </p:spPr>
        <p:txBody>
          <a:bodyPr rtlCol="0"/>
          <a:lstStyle>
            <a:lvl1pPr algn="ctr"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9" name="Picture 11">
            <a:extLst>
              <a:ext uri="{22E766F5-AFF8-45E0-A0DB-4CCE8FBF8B9D}">
                <a16:creationId xmlns:a16="http://schemas.microsoft.com/office/drawing/2010/main" id="{75619742-AC21-4B3E-B55E-ADD642ECB3FC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1173611" y="2552211"/>
            <a:ext cx="355324" cy="394434"/>
          </a:xfrm>
          <a:prstGeom prst="rect">
            <a:avLst/>
          </a:prstGeom>
          <a:noFill/>
        </p:spPr>
      </p:pic>
      <p:sp>
        <p:nvSpPr>
          <p:cNvPr id="10" name="Text Placeholder 4">
            <a:extLst>
              <a:ext uri="{7D75346F-0C8D-4AC0-B62E-947CDC28EEA1}">
                <a16:creationId xmlns:a16="http://schemas.microsoft.com/office/drawing/2010/main" id="{B933AFB3-50C3-4B5A-B5BC-69A6ECCA3D4D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3664034" y="581565"/>
            <a:ext cx="4851316" cy="669386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2000"/>
            </a:lvl2pPr>
            <a:lvl3pPr indent="0" lvl="2" marL="914400">
              <a:buNone/>
              <a:defRPr dirty="0" lang="en-US" sz="20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</a:lstStyle>
          <a:p>
            <a:pPr lvl="0"/>
            <a:r>
              <a:rPr dirty="0" lang="en-US"/>
              <a:t>Text</a:t>
            </a:r>
            <a:endParaRPr dirty="0" lang="en-US"/>
          </a:p>
        </p:txBody>
      </p:sp>
      <p:grpSp>
        <p:nvGrpSpPr>
          <p:cNvPr id="11" name="Group 8">
            <a:extLst>
              <a:ext uri="{82B53C1D-9F71-4C63-9C4E-10B81FBEAD39}">
                <a16:creationId xmlns:a16="http://schemas.microsoft.com/office/drawing/2010/main" id="{1E10469F-E9C6-49AB-97C7-E8CAD8C7F05F}"/>
              </a:ext>
            </a:extLst>
          </p:cNvPr>
          <p:cNvGrpSpPr/>
          <p:nvPr/>
        </p:nvGrpSpPr>
        <p:grpSpPr>
          <a:xfrm rot="0">
            <a:off x="1043181" y="1629209"/>
            <a:ext cx="616184" cy="998645"/>
            <a:chOff x="700583" y="2248802"/>
            <a:chExt cx="728207" cy="1180197"/>
          </a:xfrm>
        </p:grpSpPr>
        <p:cxnSp>
          <p:nvCxnSpPr>
            <p:cNvPr id="12" name="Straight Connector 3">
              <a:extLst>
                <a:ext uri="{E089D95B-66B3-4B63-A436-01CBBCDF7F0C}">
                  <a16:creationId xmlns:a16="http://schemas.microsoft.com/office/drawing/2010/main" id="{13AAA91C-6B1C-4BFA-B691-ACAB39114169}"/>
                </a:ext>
              </a:extLst>
            </p:cNvPr>
            <p:cNvCxnSpPr/>
            <p:nvPr/>
          </p:nvCxnSpPr>
          <p:spPr>
            <a:xfrm flipV="true" rot="0">
              <a:off x="1075083" y="2689498"/>
              <a:ext cx="0" cy="73950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4">
              <a:extLst>
                <a:ext uri="{252ED2AC-312F-41AC-88C6-0496536B5EE0}">
                  <a16:creationId xmlns:a16="http://schemas.microsoft.com/office/drawing/2010/main" id="{C34A4571-EC27-46FB-ACF1-A56C5A86C57F}"/>
                </a:ext>
              </a:extLst>
            </p:cNvPr>
            <p:cNvSpPr/>
            <p:nvPr userDrawn="1"/>
          </p:nvSpPr>
          <p:spPr>
            <a:xfrm rot="0">
              <a:off x="700583" y="2248802"/>
              <a:ext cx="728207" cy="728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14" name="Picture Placeholder 13">
            <a:extLst>
              <a:ext uri="{63A07DC8-23BE-43AE-9618-F815D1C0189C}">
                <a16:creationId xmlns:a16="http://schemas.microsoft.com/office/drawing/2010/main" id="{23EDD8CF-0244-42A6-9322-01EA9F843B39}"/>
              </a:ext>
            </a:extLst>
          </p:cNvPr>
          <p:cNvSpPr>
            <a:spLocks noGrp="true"/>
          </p:cNvSpPr>
          <p:nvPr>
            <p:ph idx="15" type="pic"/>
          </p:nvPr>
        </p:nvSpPr>
        <p:spPr>
          <a:xfrm rot="0">
            <a:off x="1042902" y="1628775"/>
            <a:ext cx="616743" cy="616743"/>
          </a:xfrm>
          <a:prstGeom prst="ellipse">
            <a:avLst/>
          </a:prstGeom>
        </p:spPr>
        <p:txBody>
          <a:bodyPr rtlCol="0"/>
          <a:lstStyle>
            <a:lvl1pPr indent="0" lvl="0" marL="0">
              <a:buNone/>
              <a:defRPr dirty="0" lang="en-US" sz="105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5" name="Text Placeholder 17">
            <a:extLst>
              <a:ext uri="{DB8A3538-D19F-4A45-9D93-576D97A6F916}">
                <a16:creationId xmlns:a16="http://schemas.microsoft.com/office/drawing/2010/main" id="{254610C0-20E3-4BDD-B178-A32D3A12F8AD}"/>
              </a:ext>
            </a:extLst>
          </p:cNvPr>
          <p:cNvSpPr>
            <a:spLocks noGrp="true"/>
          </p:cNvSpPr>
          <p:nvPr>
            <p:ph idx="16" type="body"/>
          </p:nvPr>
        </p:nvSpPr>
        <p:spPr>
          <a:xfrm rot="0">
            <a:off x="2242180" y="2978071"/>
            <a:ext cx="1445248" cy="342294"/>
          </a:xfrm>
        </p:spPr>
        <p:txBody>
          <a:bodyPr anchor="b" rtlCol="0"/>
          <a:lstStyle>
            <a:lvl1pPr algn="ctr" indent="0" lvl="0" marL="0">
              <a:buNone/>
              <a:defRPr dirty="0" lang="en-US" sz="14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16" name="Text Placeholder 17">
            <a:extLst>
              <a:ext uri="{924C1876-C2F2-4869-BAA7-4DC808DF5425}">
                <a16:creationId xmlns:a16="http://schemas.microsoft.com/office/drawing/2010/main" id="{E6CFE11C-84D1-40C6-A6DB-E796604BFF14}"/>
              </a:ext>
            </a:extLst>
          </p:cNvPr>
          <p:cNvSpPr>
            <a:spLocks noGrp="true"/>
          </p:cNvSpPr>
          <p:nvPr>
            <p:ph idx="17" type="body"/>
          </p:nvPr>
        </p:nvSpPr>
        <p:spPr>
          <a:xfrm rot="0">
            <a:off x="2242180" y="3358181"/>
            <a:ext cx="1445248" cy="1256008"/>
          </a:xfrm>
        </p:spPr>
        <p:txBody>
          <a:bodyPr rtlCol="0"/>
          <a:lstStyle>
            <a:lvl1pPr algn="ctr"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17" name="Picture 61">
            <a:extLst>
              <a:ext uri="{03F9896B-213A-4018-A331-91ADF784378C}">
                <a16:creationId xmlns:a16="http://schemas.microsoft.com/office/drawing/2010/main" id="{639FD34F-1B53-4440-8805-63AB4CBDDF54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2787142" y="2552211"/>
            <a:ext cx="355324" cy="394434"/>
          </a:xfrm>
          <a:prstGeom prst="rect">
            <a:avLst/>
          </a:prstGeom>
          <a:noFill/>
        </p:spPr>
      </p:pic>
      <p:grpSp>
        <p:nvGrpSpPr>
          <p:cNvPr id="18" name="Group 62">
            <a:extLst>
              <a:ext uri="{3F9F86E1-DD78-467B-83D5-3E4E275694AE}">
                <a16:creationId xmlns:a16="http://schemas.microsoft.com/office/drawing/2010/main" id="{9A86BB2E-EADD-436D-8CCD-31E92336F036}"/>
              </a:ext>
            </a:extLst>
          </p:cNvPr>
          <p:cNvGrpSpPr/>
          <p:nvPr/>
        </p:nvGrpSpPr>
        <p:grpSpPr>
          <a:xfrm rot="0">
            <a:off x="2656712" y="1629209"/>
            <a:ext cx="616184" cy="998645"/>
            <a:chOff x="700583" y="2248802"/>
            <a:chExt cx="728207" cy="1180197"/>
          </a:xfrm>
        </p:grpSpPr>
        <p:cxnSp>
          <p:nvCxnSpPr>
            <p:cNvPr id="19" name="Straight Connector 63">
              <a:extLst>
                <a:ext uri="{495A8497-7CB6-4037-9337-735238AF8F9A}">
                  <a16:creationId xmlns:a16="http://schemas.microsoft.com/office/drawing/2010/main" id="{F43E139E-D54D-431F-9624-C741B56BE214}"/>
                </a:ext>
              </a:extLst>
            </p:cNvPr>
            <p:cNvCxnSpPr/>
            <p:nvPr/>
          </p:nvCxnSpPr>
          <p:spPr>
            <a:xfrm flipV="true" rot="0">
              <a:off x="1075083" y="2689498"/>
              <a:ext cx="0" cy="73950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64">
              <a:extLst>
                <a:ext uri="{211F5786-C223-4D90-BCDE-F40462EF5B26}">
                  <a16:creationId xmlns:a16="http://schemas.microsoft.com/office/drawing/2010/main" id="{7B938458-0B69-4B12-A061-17CA824F36B6}"/>
                </a:ext>
              </a:extLst>
            </p:cNvPr>
            <p:cNvSpPr/>
            <p:nvPr userDrawn="1"/>
          </p:nvSpPr>
          <p:spPr>
            <a:xfrm rot="0">
              <a:off x="700583" y="2248802"/>
              <a:ext cx="728207" cy="728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21" name="Picture Placeholder 13">
            <a:extLst>
              <a:ext uri="{FC9A9166-BFF0-4799-A630-D7DFFA8C04D3}">
                <a16:creationId xmlns:a16="http://schemas.microsoft.com/office/drawing/2010/main" id="{0EB18EAC-86CD-411A-9F58-2523BAAD542A}"/>
              </a:ext>
            </a:extLst>
          </p:cNvPr>
          <p:cNvSpPr>
            <a:spLocks noGrp="true"/>
          </p:cNvSpPr>
          <p:nvPr>
            <p:ph idx="18" type="pic"/>
          </p:nvPr>
        </p:nvSpPr>
        <p:spPr>
          <a:xfrm rot="0">
            <a:off x="2656433" y="1628775"/>
            <a:ext cx="616743" cy="616743"/>
          </a:xfrm>
          <a:prstGeom prst="ellipse">
            <a:avLst/>
          </a:prstGeom>
        </p:spPr>
        <p:txBody>
          <a:bodyPr rtlCol="0"/>
          <a:lstStyle>
            <a:lvl1pPr indent="0" lvl="0" marL="0">
              <a:buNone/>
              <a:defRPr dirty="0" lang="en-US" sz="105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22" name="Text Placeholder 17">
            <a:extLst>
              <a:ext uri="{E921AAFD-4554-4502-9A1C-FA2CFA6A4371}">
                <a16:creationId xmlns:a16="http://schemas.microsoft.com/office/drawing/2010/main" id="{8E9D4DE3-E795-47D0-B030-30004D5DF979}"/>
              </a:ext>
            </a:extLst>
          </p:cNvPr>
          <p:cNvSpPr>
            <a:spLocks noGrp="true"/>
          </p:cNvSpPr>
          <p:nvPr>
            <p:ph idx="19" type="body"/>
          </p:nvPr>
        </p:nvSpPr>
        <p:spPr>
          <a:xfrm rot="0">
            <a:off x="3828984" y="2978071"/>
            <a:ext cx="1445248" cy="342294"/>
          </a:xfrm>
        </p:spPr>
        <p:txBody>
          <a:bodyPr anchor="b" rtlCol="0"/>
          <a:lstStyle>
            <a:lvl1pPr algn="ctr" indent="0" lvl="0" marL="0">
              <a:buNone/>
              <a:defRPr dirty="0" lang="en-US" sz="14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23" name="Text Placeholder 17">
            <a:extLst>
              <a:ext uri="{1558D951-1527-4C77-9F25-78A6EE5807B2}">
                <a16:creationId xmlns:a16="http://schemas.microsoft.com/office/drawing/2010/main" id="{10F929D9-CA69-43F3-B5E6-0498CD38B2EC}"/>
              </a:ext>
            </a:extLst>
          </p:cNvPr>
          <p:cNvSpPr>
            <a:spLocks noGrp="true"/>
          </p:cNvSpPr>
          <p:nvPr>
            <p:ph idx="20" type="body"/>
          </p:nvPr>
        </p:nvSpPr>
        <p:spPr>
          <a:xfrm rot="0">
            <a:off x="3828984" y="3358181"/>
            <a:ext cx="1445248" cy="1256008"/>
          </a:xfrm>
        </p:spPr>
        <p:txBody>
          <a:bodyPr rtlCol="0"/>
          <a:lstStyle>
            <a:lvl1pPr algn="ctr"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24" name="Picture 68">
            <a:extLst>
              <a:ext uri="{2AB81F00-8CD0-4361-9440-9D7F3D53E572}">
                <a16:creationId xmlns:a16="http://schemas.microsoft.com/office/drawing/2010/main" id="{C1A82772-DB0A-4681-838A-DD2157183F0E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4373946" y="2552211"/>
            <a:ext cx="355324" cy="394434"/>
          </a:xfrm>
          <a:prstGeom prst="rect">
            <a:avLst/>
          </a:prstGeom>
          <a:noFill/>
        </p:spPr>
      </p:pic>
      <p:grpSp>
        <p:nvGrpSpPr>
          <p:cNvPr id="25" name="Group 69">
            <a:extLst>
              <a:ext uri="{0B0F3A30-EA7F-40C8-83FD-A09D4057A61B}">
                <a16:creationId xmlns:a16="http://schemas.microsoft.com/office/drawing/2010/main" id="{03C2943A-9299-4D73-95CA-CEF24D145B99}"/>
              </a:ext>
            </a:extLst>
          </p:cNvPr>
          <p:cNvGrpSpPr/>
          <p:nvPr/>
        </p:nvGrpSpPr>
        <p:grpSpPr>
          <a:xfrm rot="0">
            <a:off x="4243517" y="1629209"/>
            <a:ext cx="616184" cy="998645"/>
            <a:chOff x="700583" y="2248802"/>
            <a:chExt cx="728207" cy="1180197"/>
          </a:xfrm>
        </p:grpSpPr>
        <p:cxnSp>
          <p:nvCxnSpPr>
            <p:cNvPr id="26" name="Straight Connector 70">
              <a:extLst>
                <a:ext uri="{C4F17311-A8B4-4DEC-90C4-C57D56357D6D}">
                  <a16:creationId xmlns:a16="http://schemas.microsoft.com/office/drawing/2010/main" id="{929277B7-E326-4922-B55E-76EAD5F2AF1B}"/>
                </a:ext>
              </a:extLst>
            </p:cNvPr>
            <p:cNvCxnSpPr/>
            <p:nvPr/>
          </p:nvCxnSpPr>
          <p:spPr>
            <a:xfrm flipV="true" rot="0">
              <a:off x="1075083" y="2689498"/>
              <a:ext cx="0" cy="73950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71">
              <a:extLst>
                <a:ext uri="{B102E573-F3E3-4E4B-BD3A-6F7625BE7054}">
                  <a16:creationId xmlns:a16="http://schemas.microsoft.com/office/drawing/2010/main" id="{B79E8E5E-39B0-4335-B86C-19EC50D4A4D8}"/>
                </a:ext>
              </a:extLst>
            </p:cNvPr>
            <p:cNvSpPr/>
            <p:nvPr userDrawn="1"/>
          </p:nvSpPr>
          <p:spPr>
            <a:xfrm rot="0">
              <a:off x="700583" y="2248802"/>
              <a:ext cx="728207" cy="728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28" name="Picture Placeholder 13">
            <a:extLst>
              <a:ext uri="{B4E99A70-1916-43CD-803E-3AA6293DE952}">
                <a16:creationId xmlns:a16="http://schemas.microsoft.com/office/drawing/2010/main" id="{A163176C-73B6-4C3A-9C3E-3FBC69A08C44}"/>
              </a:ext>
            </a:extLst>
          </p:cNvPr>
          <p:cNvSpPr>
            <a:spLocks noGrp="true"/>
          </p:cNvSpPr>
          <p:nvPr>
            <p:ph idx="21" type="pic"/>
          </p:nvPr>
        </p:nvSpPr>
        <p:spPr>
          <a:xfrm rot="0">
            <a:off x="4243237" y="1628775"/>
            <a:ext cx="616743" cy="616743"/>
          </a:xfrm>
          <a:prstGeom prst="ellipse">
            <a:avLst/>
          </a:prstGeom>
        </p:spPr>
        <p:txBody>
          <a:bodyPr rtlCol="0"/>
          <a:lstStyle>
            <a:lvl1pPr indent="0" lvl="0" marL="0">
              <a:buNone/>
              <a:defRPr dirty="0" lang="en-US" sz="105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29" name="Text Placeholder 17">
            <a:extLst>
              <a:ext uri="{7232215E-2FD0-41F5-8C29-0D66AF023341}">
                <a16:creationId xmlns:a16="http://schemas.microsoft.com/office/drawing/2010/main" id="{5B0C5937-CFB6-4B7D-BDE8-9FDACBBF35FA}"/>
              </a:ext>
            </a:extLst>
          </p:cNvPr>
          <p:cNvSpPr>
            <a:spLocks noGrp="true"/>
          </p:cNvSpPr>
          <p:nvPr>
            <p:ph idx="22" type="body"/>
          </p:nvPr>
        </p:nvSpPr>
        <p:spPr>
          <a:xfrm rot="0">
            <a:off x="5423799" y="2978071"/>
            <a:ext cx="1445248" cy="342294"/>
          </a:xfrm>
        </p:spPr>
        <p:txBody>
          <a:bodyPr anchor="b" rtlCol="0"/>
          <a:lstStyle>
            <a:lvl1pPr algn="ctr" indent="0" lvl="0" marL="0">
              <a:buNone/>
              <a:defRPr dirty="0" lang="en-US" sz="14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30" name="Text Placeholder 17">
            <a:extLst>
              <a:ext uri="{EC38103E-CF02-4FA9-92F5-5996A22CAA05}">
                <a16:creationId xmlns:a16="http://schemas.microsoft.com/office/drawing/2010/main" id="{4BC976E9-47AD-4219-A9A3-6C1A9496F3AE}"/>
              </a:ext>
            </a:extLst>
          </p:cNvPr>
          <p:cNvSpPr>
            <a:spLocks noGrp="true"/>
          </p:cNvSpPr>
          <p:nvPr>
            <p:ph idx="23" type="body"/>
          </p:nvPr>
        </p:nvSpPr>
        <p:spPr>
          <a:xfrm rot="0">
            <a:off x="5423799" y="3358181"/>
            <a:ext cx="1445248" cy="1256008"/>
          </a:xfrm>
        </p:spPr>
        <p:txBody>
          <a:bodyPr rtlCol="0"/>
          <a:lstStyle>
            <a:lvl1pPr algn="ctr"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31" name="Picture 75">
            <a:extLst>
              <a:ext uri="{15BD06B6-E9FC-49B4-954C-6D88F348147C}">
                <a16:creationId xmlns:a16="http://schemas.microsoft.com/office/drawing/2010/main" id="{47427578-B5B8-47AB-A7B6-A298F1A437C3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5968762" y="2552211"/>
            <a:ext cx="355324" cy="394434"/>
          </a:xfrm>
          <a:prstGeom prst="rect">
            <a:avLst/>
          </a:prstGeom>
          <a:noFill/>
        </p:spPr>
      </p:pic>
      <p:grpSp>
        <p:nvGrpSpPr>
          <p:cNvPr id="32" name="Group 76">
            <a:extLst>
              <a:ext uri="{5B3B9938-E82F-4176-B235-2643A89CA216}">
                <a16:creationId xmlns:a16="http://schemas.microsoft.com/office/drawing/2010/main" id="{4645325C-1F58-45AE-A5A5-EE9A8ABC4CFC}"/>
              </a:ext>
            </a:extLst>
          </p:cNvPr>
          <p:cNvGrpSpPr/>
          <p:nvPr/>
        </p:nvGrpSpPr>
        <p:grpSpPr>
          <a:xfrm rot="0">
            <a:off x="5838331" y="1629209"/>
            <a:ext cx="616184" cy="998645"/>
            <a:chOff x="700583" y="2248802"/>
            <a:chExt cx="728207" cy="1180197"/>
          </a:xfrm>
        </p:grpSpPr>
        <p:cxnSp>
          <p:nvCxnSpPr>
            <p:cNvPr id="33" name="Straight Connector 77">
              <a:extLst>
                <a:ext uri="{A1984225-CDA4-4C9D-A795-3D73639634B5}">
                  <a16:creationId xmlns:a16="http://schemas.microsoft.com/office/drawing/2010/main" id="{7E3EEA03-CAB6-4FE2-8850-C35A431E7917}"/>
                </a:ext>
              </a:extLst>
            </p:cNvPr>
            <p:cNvCxnSpPr/>
            <p:nvPr/>
          </p:nvCxnSpPr>
          <p:spPr>
            <a:xfrm flipV="true" rot="0">
              <a:off x="1075083" y="2689498"/>
              <a:ext cx="0" cy="73950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78">
              <a:extLst>
                <a:ext uri="{B1EC3C46-FC99-4862-A24A-AEDD3787C855}">
                  <a16:creationId xmlns:a16="http://schemas.microsoft.com/office/drawing/2010/main" id="{ED6E2591-2AFD-4122-A2E4-D8E7DDC72C76}"/>
                </a:ext>
              </a:extLst>
            </p:cNvPr>
            <p:cNvSpPr/>
            <p:nvPr userDrawn="1"/>
          </p:nvSpPr>
          <p:spPr>
            <a:xfrm rot="0">
              <a:off x="700583" y="2248802"/>
              <a:ext cx="728207" cy="728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35" name="Picture Placeholder 13">
            <a:extLst>
              <a:ext uri="{250C93DE-1515-4C01-84A1-7D47B001F4DE}">
                <a16:creationId xmlns:a16="http://schemas.microsoft.com/office/drawing/2010/main" id="{71FAD84F-63CB-4D67-8098-F91E4CF7DC60}"/>
              </a:ext>
            </a:extLst>
          </p:cNvPr>
          <p:cNvSpPr>
            <a:spLocks noGrp="true"/>
          </p:cNvSpPr>
          <p:nvPr>
            <p:ph idx="24" type="pic"/>
          </p:nvPr>
        </p:nvSpPr>
        <p:spPr>
          <a:xfrm rot="0">
            <a:off x="5838052" y="1628775"/>
            <a:ext cx="616743" cy="616743"/>
          </a:xfrm>
          <a:prstGeom prst="ellipse">
            <a:avLst/>
          </a:prstGeom>
        </p:spPr>
        <p:txBody>
          <a:bodyPr rtlCol="0"/>
          <a:lstStyle>
            <a:lvl1pPr indent="0" lvl="0" marL="0">
              <a:buNone/>
              <a:defRPr dirty="0" lang="en-US" sz="105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6" name="Text Placeholder 17">
            <a:extLst>
              <a:ext uri="{92A0B4AA-BF11-4CE1-85B8-7977FCBFCA69}">
                <a16:creationId xmlns:a16="http://schemas.microsoft.com/office/drawing/2010/main" id="{A119C10A-79CB-407E-9E6D-783B792CD58F}"/>
              </a:ext>
            </a:extLst>
          </p:cNvPr>
          <p:cNvSpPr>
            <a:spLocks noGrp="true"/>
          </p:cNvSpPr>
          <p:nvPr>
            <p:ph idx="25" type="body"/>
          </p:nvPr>
        </p:nvSpPr>
        <p:spPr>
          <a:xfrm rot="0">
            <a:off x="7062172" y="2978071"/>
            <a:ext cx="1445248" cy="342294"/>
          </a:xfrm>
        </p:spPr>
        <p:txBody>
          <a:bodyPr anchor="b" rtlCol="0"/>
          <a:lstStyle>
            <a:lvl1pPr algn="ctr" indent="0" lvl="0" marL="0">
              <a:buNone/>
              <a:defRPr dirty="0" lang="en-US" sz="1400">
                <a:solidFill>
                  <a:schemeClr val="accent4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Date</a:t>
            </a:r>
            <a:endParaRPr dirty="0" lang="en-US"/>
          </a:p>
        </p:txBody>
      </p:sp>
      <p:sp>
        <p:nvSpPr>
          <p:cNvPr id="37" name="Text Placeholder 17">
            <a:extLst>
              <a:ext uri="{B84890F9-B62E-4822-9462-BBE8F50B4D5C}">
                <a16:creationId xmlns:a16="http://schemas.microsoft.com/office/drawing/2010/main" id="{666FEBEF-1F8B-483D-AE74-C5F50D907560}"/>
              </a:ext>
            </a:extLst>
          </p:cNvPr>
          <p:cNvSpPr>
            <a:spLocks noGrp="true"/>
          </p:cNvSpPr>
          <p:nvPr>
            <p:ph idx="26" type="body"/>
          </p:nvPr>
        </p:nvSpPr>
        <p:spPr>
          <a:xfrm rot="0">
            <a:off x="7062172" y="3358181"/>
            <a:ext cx="1445248" cy="1256008"/>
          </a:xfrm>
        </p:spPr>
        <p:txBody>
          <a:bodyPr rtlCol="0"/>
          <a:lstStyle>
            <a:lvl1pPr algn="ctr" indent="0" lvl="0" marL="0"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buNone/>
            </a:lvl2pPr>
            <a:lvl3pPr indent="0" lvl="2" marL="914400">
              <a:buNone/>
            </a:lvl3pPr>
            <a:lvl4pPr indent="0" lvl="3" marL="1371600">
              <a:buNone/>
            </a:lvl4pPr>
            <a:lvl5pPr indent="0" lvl="4" marL="1828800">
              <a:buNone/>
            </a:lvl5pPr>
          </a:lstStyle>
          <a:p>
            <a:pPr lvl="0"/>
            <a:r>
              <a:rPr dirty="0" lang="en-US"/>
              <a:t>Description</a:t>
            </a:r>
            <a:endParaRPr dirty="0" lang="en-US"/>
          </a:p>
        </p:txBody>
      </p:sp>
      <p:pic>
        <p:nvPicPr>
          <p:cNvPr descr="A close up of a logo&#10;&#10;Description automatically generated" id="38" name="Picture 82">
            <a:extLst>
              <a:ext uri="{7EF1F9C7-B64A-41A6-9CDB-412472D73AB1}">
                <a16:creationId xmlns:a16="http://schemas.microsoft.com/office/drawing/2010/main" id="{89572998-49C7-4734-B9BB-3AA4F51E41A5}"/>
              </a:ext>
            </a:extLst>
          </p:cNvPr>
          <p:cNvPicPr>
            <a:picLocks noChangeAspect="true"/>
          </p:cNvPicPr>
          <p:nvPr userDrawn="1"/>
        </p:nvPicPr>
        <p:blipFill>
          <a:blip r:embed="rId4"/>
          <a:stretch>
            <a:fillRect/>
          </a:stretch>
        </p:blipFill>
        <p:spPr>
          <a:xfrm rot="0">
            <a:off x="7607134" y="2552211"/>
            <a:ext cx="355324" cy="394434"/>
          </a:xfrm>
          <a:prstGeom prst="rect">
            <a:avLst/>
          </a:prstGeom>
          <a:noFill/>
        </p:spPr>
      </p:pic>
      <p:grpSp>
        <p:nvGrpSpPr>
          <p:cNvPr id="39" name="Group 83">
            <a:extLst>
              <a:ext uri="{93620F27-52BB-498E-8BE4-F7D3A6E52594}">
                <a16:creationId xmlns:a16="http://schemas.microsoft.com/office/drawing/2010/main" id="{B2595910-8BFD-46AC-A157-4E7AB3A08BF0}"/>
              </a:ext>
            </a:extLst>
          </p:cNvPr>
          <p:cNvGrpSpPr/>
          <p:nvPr/>
        </p:nvGrpSpPr>
        <p:grpSpPr>
          <a:xfrm rot="0">
            <a:off x="7476704" y="1629209"/>
            <a:ext cx="616184" cy="998645"/>
            <a:chOff x="700583" y="2248802"/>
            <a:chExt cx="728207" cy="1180197"/>
          </a:xfrm>
        </p:grpSpPr>
        <p:cxnSp>
          <p:nvCxnSpPr>
            <p:cNvPr id="40" name="Straight Connector 84">
              <a:extLst>
                <a:ext uri="{44A8040E-2CD2-4DE2-B0CE-F484609FEF2D}">
                  <a16:creationId xmlns:a16="http://schemas.microsoft.com/office/drawing/2010/main" id="{46C9695E-B84E-423A-A257-49842B413594}"/>
                </a:ext>
              </a:extLst>
            </p:cNvPr>
            <p:cNvCxnSpPr/>
            <p:nvPr/>
          </p:nvCxnSpPr>
          <p:spPr>
            <a:xfrm flipV="true" rot="0">
              <a:off x="1075083" y="2689498"/>
              <a:ext cx="0" cy="73950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85">
              <a:extLst>
                <a:ext uri="{4034B6B4-C1EB-486F-9131-7C93BFDC3C18}">
                  <a16:creationId xmlns:a16="http://schemas.microsoft.com/office/drawing/2010/main" id="{BC7143DB-9741-4DEF-A09C-DA0FA6A239E1}"/>
                </a:ext>
              </a:extLst>
            </p:cNvPr>
            <p:cNvSpPr/>
            <p:nvPr userDrawn="1"/>
          </p:nvSpPr>
          <p:spPr>
            <a:xfrm rot="0">
              <a:off x="700583" y="2248802"/>
              <a:ext cx="728207" cy="728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  <p:sp>
        <p:nvSpPr>
          <p:cNvPr id="42" name="Picture Placeholder 13">
            <a:extLst>
              <a:ext uri="{3F0D72FE-4570-4DC2-8BBC-AA55B016B154}">
                <a16:creationId xmlns:a16="http://schemas.microsoft.com/office/drawing/2010/main" id="{B0454F31-CB04-40D0-A66B-C013CEA5D817}"/>
              </a:ext>
            </a:extLst>
          </p:cNvPr>
          <p:cNvSpPr>
            <a:spLocks noGrp="true"/>
          </p:cNvSpPr>
          <p:nvPr>
            <p:ph idx="27" type="pic"/>
          </p:nvPr>
        </p:nvSpPr>
        <p:spPr>
          <a:xfrm rot="0">
            <a:off x="7476425" y="1628775"/>
            <a:ext cx="616743" cy="616743"/>
          </a:xfrm>
          <a:prstGeom prst="ellipse">
            <a:avLst/>
          </a:prstGeom>
        </p:spPr>
        <p:txBody>
          <a:bodyPr rtlCol="0"/>
          <a:lstStyle>
            <a:lvl1pPr indent="0" lvl="0" marL="0">
              <a:buNone/>
              <a:defRPr dirty="0" lang="en-US" sz="1050"/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hidden="false" id="43" name="Date Placeholder 1">
            <a:extLst>
              <a:ext uri="{A0831517-BFDB-4053-9AEE-7C08AE15CAE1}">
                <a16:creationId xmlns:a16="http://schemas.microsoft.com/office/drawing/2010/main" id="{0730B71F-216C-45D1-91A0-89BDA864A408}"/>
              </a:ext>
            </a:extLst>
          </p:cNvPr>
          <p:cNvSpPr>
            <a:spLocks noGrp="true"/>
          </p:cNvSpPr>
          <p:nvPr>
            <p:ph idx="28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44" name="Footer Placeholder 1">
            <a:extLst>
              <a:ext uri="{BDFE9F33-BC97-48AB-A5CC-6699EE11FC01}">
                <a16:creationId xmlns:a16="http://schemas.microsoft.com/office/drawing/2010/main" id="{780F9596-445A-4A68-A0EE-B33D9F0CAB01}"/>
              </a:ext>
            </a:extLst>
          </p:cNvPr>
          <p:cNvSpPr>
            <a:spLocks noGrp="true"/>
          </p:cNvSpPr>
          <p:nvPr>
            <p:ph idx="29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181D3CBF-9ADB-4515-8E41-B4466A99ABA6}">
        <p14:creationId xmlns:p14="http://schemas.microsoft.com/office/powerpoint/2010/main" val="1713420158751"/>
      </p:ext>
    </p:extLst>
  </p:cSld>
  <p:clrMapOvr>
    <a:masterClrMapping/>
  </p:clrMapOvr>
</p:sldLayout>
</file>

<file path=ppt/slideLayouts/slideLayout1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7D2F008C-35BE-40D3-88D5-7B567CBA35B3}">
                <a16:creationId xmlns:a16="http://schemas.microsoft.com/office/drawing/2010/main" id="{9F3582EE-E8B4-4589-917A-80D65D217FAF}"/>
              </a:ext>
            </a:extLst>
          </p:cNvPr>
          <p:cNvSpPr/>
          <p:nvPr userDrawn="1"/>
        </p:nvSpPr>
        <p:spPr>
          <a:xfrm rot="0">
            <a:off x="0" y="1926203"/>
            <a:ext cx="9144000" cy="3217296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pic>
        <p:nvPicPr>
          <p:cNvPr descr="A picture containing animal, light&#10;&#10;Description automatically generated" id="3" name="Picture 24">
            <a:extLst>
              <a:ext uri="{4AE81CF8-7DEC-4057-9BE0-1991E9C86508}">
                <a16:creationId xmlns:a16="http://schemas.microsoft.com/office/drawing/2010/main" id="{6F20DEA2-74CD-436E-AF0C-0A112B5E33A4}"/>
              </a:ext>
            </a:extLst>
          </p:cNvPr>
          <p:cNvPicPr>
            <a:picLocks noChangeAspect="true"/>
          </p:cNvPicPr>
          <p:nvPr userDrawn="1"/>
        </p:nvPicPr>
        <p:blipFill>
          <a:blip r:embed="rId2">
            <a:alphaModFix amt="19999"/>
          </a:blip>
          <a:srcRect r="44251" t="41118"/>
          <a:stretch>
            <a:fillRect/>
          </a:stretch>
        </p:blipFill>
        <p:spPr>
          <a:xfrm rot="0">
            <a:off x="6406084" y="0"/>
            <a:ext cx="2737915" cy="3028595"/>
          </a:xfrm>
          <a:prstGeom prst="rect">
            <a:avLst/>
          </a:prstGeom>
          <a:noFill/>
        </p:spPr>
      </p:pic>
      <p:pic>
        <p:nvPicPr>
          <p:cNvPr id="4" name="Picture 9">
            <a:extLst>
              <a:ext uri="{B1B89FC2-2AD6-427F-AE03-4A198C121839}">
                <a16:creationId xmlns:a16="http://schemas.microsoft.com/office/drawing/2010/main" id="{1B92A69F-90F6-4CC3-BE97-7FA61C13EEC3}"/>
              </a:ext>
            </a:extLst>
          </p:cNvPr>
          <p:cNvPicPr>
            <a:picLocks noChangeAspect="true"/>
          </p:cNvPicPr>
          <p:nvPr userDrawn="1"/>
        </p:nvPicPr>
        <p:blipFill>
          <a:blip r:embed="rId3">
            <a:alphaModFix amt="25000"/>
          </a:blip>
          <a:srcRect b="47470" l="43412" r="-1901" t="5534"/>
          <a:stretch>
            <a:fillRect/>
          </a:stretch>
        </p:blipFill>
        <p:spPr>
          <a:xfrm rot="0">
            <a:off x="0" y="2307019"/>
            <a:ext cx="3876978" cy="2833291"/>
          </a:xfrm>
          <a:prstGeom prst="rect">
            <a:avLst/>
          </a:prstGeom>
          <a:noFill/>
        </p:spPr>
      </p:pic>
      <p:sp>
        <p:nvSpPr>
          <p:cNvPr hidden="false" id="5" name="Title 1">
            <a:extLst>
              <a:ext uri="{AE09344D-E69D-4724-AE85-5EF8BE772AE3}">
                <a16:creationId xmlns:a16="http://schemas.microsoft.com/office/drawing/2010/main" id="{0AEEBFB3-0FFA-47F4-9BD1-1EDBD39CD10C}"/>
              </a:ext>
            </a:extLst>
          </p:cNvPr>
          <p:cNvSpPr>
            <a:spLocks noGrp="true"/>
          </p:cNvSpPr>
          <p:nvPr userDrawn="1">
            <p:ph idx="10" type="title"/>
          </p:nvPr>
        </p:nvSpPr>
        <p:spPr>
          <a:xfrm rot="0">
            <a:off x="628649" y="571500"/>
            <a:ext cx="2323272" cy="529134"/>
          </a:xfrm>
        </p:spPr>
        <p:txBody>
          <a:bodyPr rtlCol="0" tIns="36000">
            <a:noAutofit/>
          </a:bodyPr>
          <a:lstStyle>
            <a:lvl1pPr lvl="0">
              <a:defRPr b="0" dirty="0" lang="en-US">
                <a:solidFill>
                  <a:schemeClr val="tx1"/>
                </a:solidFill>
                <a:latin typeface="Bungee"/>
              </a:defRPr>
            </a:lvl1pPr>
          </a:lstStyle>
          <a:p>
            <a:pPr/>
            <a:r>
              <a:rPr dirty="0" lang="en-US"/>
              <a:t>Contact</a:t>
            </a:r>
            <a:endParaRPr dirty="0" lang="en-US"/>
          </a:p>
        </p:txBody>
      </p:sp>
      <p:sp>
        <p:nvSpPr>
          <p:cNvPr id="6" name="Text Placeholder 22">
            <a:extLst>
              <a:ext uri="{E23FBDFC-1A6A-43DC-BF4B-795518291A5F}">
                <a16:creationId xmlns:a16="http://schemas.microsoft.com/office/drawing/2010/main" id="{D431333E-9497-4D55-838B-74DF9C07DE2C}"/>
              </a:ext>
            </a:extLst>
          </p:cNvPr>
          <p:cNvSpPr>
            <a:spLocks noGrp="true"/>
          </p:cNvSpPr>
          <p:nvPr userDrawn="1">
            <p:ph idx="11" type="body"/>
          </p:nvPr>
        </p:nvSpPr>
        <p:spPr>
          <a:xfrm rot="0">
            <a:off x="3023483" y="993870"/>
            <a:ext cx="5491866" cy="668655"/>
          </a:xfrm>
        </p:spPr>
        <p:txBody>
          <a:bodyPr rtlCol="0">
            <a:noAutofit/>
          </a:bodyPr>
          <a:lstStyle>
            <a:lvl1pPr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tx1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7" name="Slide Number Placeholder 2">
            <a:extLst>
              <a:ext uri="{9B6A49E6-224C-4FBB-AEC0-79E7728EA5BB}">
                <a16:creationId xmlns:a16="http://schemas.microsoft.com/office/drawing/2010/main" id="{766253BB-08FA-4672-BB4F-DBF5D454604A}"/>
              </a:ext>
            </a:extLst>
          </p:cNvPr>
          <p:cNvSpPr>
            <a:spLocks noGrp="true"/>
          </p:cNvSpPr>
          <p:nvPr userDrawn="1">
            <p:ph idx="12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/>
          <a:p>
            <a:pPr/>
            <a:fld id="{A51DC253-0856-4189-8AB1-3BEA8E06BCCC}" type="slidenum"/>
            <a:endParaRPr dirty="0" lang="en-US"/>
          </a:p>
        </p:txBody>
      </p:sp>
      <p:sp>
        <p:nvSpPr>
          <p:cNvPr id="8" name="Text Placeholder 22">
            <a:extLst>
              <a:ext uri="{650C033C-BF32-44A5-8427-79FF1D4778DB}">
                <a16:creationId xmlns:a16="http://schemas.microsoft.com/office/drawing/2010/main" id="{4EC9BF83-7E2D-4D9B-B7FC-27A4EE2C3F4D}"/>
              </a:ext>
            </a:extLst>
          </p:cNvPr>
          <p:cNvSpPr>
            <a:spLocks noGrp="true"/>
          </p:cNvSpPr>
          <p:nvPr>
            <p:ph idx="13" type="body"/>
          </p:nvPr>
        </p:nvSpPr>
        <p:spPr>
          <a:xfrm rot="0">
            <a:off x="3312156" y="3499402"/>
            <a:ext cx="2519686" cy="391284"/>
          </a:xfrm>
        </p:spPr>
        <p:txBody>
          <a:bodyPr rtlCol="0">
            <a:noAutofit/>
          </a:bodyPr>
          <a:lstStyle>
            <a:lvl1pPr algn="ctr"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accent3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Categry</a:t>
            </a:r>
            <a:endParaRPr dirty="0" lang="en-US"/>
          </a:p>
        </p:txBody>
      </p:sp>
      <p:sp>
        <p:nvSpPr>
          <p:cNvPr id="9" name="Text Placeholder 22">
            <a:extLst>
              <a:ext uri="{256C828E-91EE-4B7D-A642-A08131409FAB}">
                <a16:creationId xmlns:a16="http://schemas.microsoft.com/office/drawing/2010/main" id="{19C9E124-D7B8-43AD-B48F-18486E99CF53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3312156" y="3995451"/>
            <a:ext cx="2519686" cy="391284"/>
          </a:xfrm>
        </p:spPr>
        <p:txBody>
          <a:bodyPr rtlCol="0">
            <a:noAutofit/>
          </a:bodyPr>
          <a:lstStyle>
            <a:lvl1pPr algn="ctr"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Contact</a:t>
            </a:r>
            <a:endParaRPr dirty="0" lang="en-US"/>
          </a:p>
        </p:txBody>
      </p:sp>
      <p:sp>
        <p:nvSpPr>
          <p:cNvPr id="10" name="Text Placeholder 22">
            <a:extLst>
              <a:ext uri="{8ABA0BB5-745F-4707-B2E8-D1089EE20C16}">
                <a16:creationId xmlns:a16="http://schemas.microsoft.com/office/drawing/2010/main" id="{217534F9-4922-4276-BFD2-FC9550A4630D}"/>
              </a:ext>
            </a:extLst>
          </p:cNvPr>
          <p:cNvSpPr>
            <a:spLocks noGrp="true"/>
          </p:cNvSpPr>
          <p:nvPr>
            <p:ph idx="15" type="body"/>
          </p:nvPr>
        </p:nvSpPr>
        <p:spPr>
          <a:xfrm rot="0">
            <a:off x="5983356" y="3499402"/>
            <a:ext cx="2519686" cy="391284"/>
          </a:xfrm>
        </p:spPr>
        <p:txBody>
          <a:bodyPr rtlCol="0">
            <a:noAutofit/>
          </a:bodyPr>
          <a:lstStyle>
            <a:lvl1pPr algn="ctr"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accent3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Categry</a:t>
            </a:r>
            <a:endParaRPr dirty="0" lang="en-US"/>
          </a:p>
        </p:txBody>
      </p:sp>
      <p:sp>
        <p:nvSpPr>
          <p:cNvPr id="11" name="Text Placeholder 22">
            <a:extLst>
              <a:ext uri="{A4D1F82A-409D-426F-A341-73AF0F8AF26D}">
                <a16:creationId xmlns:a16="http://schemas.microsoft.com/office/drawing/2010/main" id="{3DFF61D6-9760-4FFC-B298-37776E9D4522}"/>
              </a:ext>
            </a:extLst>
          </p:cNvPr>
          <p:cNvSpPr>
            <a:spLocks noGrp="true"/>
          </p:cNvSpPr>
          <p:nvPr>
            <p:ph idx="16" type="body"/>
          </p:nvPr>
        </p:nvSpPr>
        <p:spPr>
          <a:xfrm rot="0">
            <a:off x="5983356" y="3995451"/>
            <a:ext cx="2519686" cy="391284"/>
          </a:xfrm>
        </p:spPr>
        <p:txBody>
          <a:bodyPr rtlCol="0">
            <a:noAutofit/>
          </a:bodyPr>
          <a:lstStyle>
            <a:lvl1pPr algn="ctr"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Contact</a:t>
            </a:r>
            <a:endParaRPr dirty="0" lang="en-US"/>
          </a:p>
        </p:txBody>
      </p:sp>
      <p:sp>
        <p:nvSpPr>
          <p:cNvPr id="12" name="Text Placeholder 22">
            <a:extLst>
              <a:ext uri="{85DF495E-59E3-41BE-81D4-665AF1B238C7}">
                <a16:creationId xmlns:a16="http://schemas.microsoft.com/office/drawing/2010/main" id="{901B2607-3AC3-4889-ACC9-0F534010B322}"/>
              </a:ext>
            </a:extLst>
          </p:cNvPr>
          <p:cNvSpPr>
            <a:spLocks noGrp="true"/>
          </p:cNvSpPr>
          <p:nvPr>
            <p:ph idx="17" type="body"/>
          </p:nvPr>
        </p:nvSpPr>
        <p:spPr>
          <a:xfrm rot="0">
            <a:off x="640956" y="3499402"/>
            <a:ext cx="2519686" cy="391284"/>
          </a:xfrm>
        </p:spPr>
        <p:txBody>
          <a:bodyPr rtlCol="0">
            <a:noAutofit/>
          </a:bodyPr>
          <a:lstStyle>
            <a:lvl1pPr algn="ctr"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accent3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Categry</a:t>
            </a:r>
            <a:endParaRPr dirty="0" lang="en-US"/>
          </a:p>
        </p:txBody>
      </p:sp>
      <p:sp>
        <p:nvSpPr>
          <p:cNvPr id="13" name="Text Placeholder 22">
            <a:extLst>
              <a:ext uri="{6909602A-AABB-4A14-931F-52661E4AF1AE}">
                <a16:creationId xmlns:a16="http://schemas.microsoft.com/office/drawing/2010/main" id="{DFB6CF66-3175-4BAE-8615-99EF6134E2A7}"/>
              </a:ext>
            </a:extLst>
          </p:cNvPr>
          <p:cNvSpPr>
            <a:spLocks noGrp="true"/>
          </p:cNvSpPr>
          <p:nvPr>
            <p:ph idx="18" type="body"/>
          </p:nvPr>
        </p:nvSpPr>
        <p:spPr>
          <a:xfrm rot="0">
            <a:off x="640956" y="3995451"/>
            <a:ext cx="2519686" cy="391284"/>
          </a:xfrm>
        </p:spPr>
        <p:txBody>
          <a:bodyPr rtlCol="0">
            <a:noAutofit/>
          </a:bodyPr>
          <a:lstStyle>
            <a:lvl1pPr algn="ctr" indent="0" lvl="0" marL="0">
              <a:lnSpc>
                <a:spcPct val="100000"/>
              </a:lnSpc>
              <a:buClr>
                <a:schemeClr val="accent3"/>
              </a:buClr>
              <a:buNone/>
              <a:defRPr dirty="0" lang="en-US" sz="1400">
                <a:solidFill>
                  <a:schemeClr val="bg1"/>
                </a:solidFill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Contact</a:t>
            </a:r>
            <a:endParaRPr dirty="0" lang="en-US"/>
          </a:p>
        </p:txBody>
      </p:sp>
      <p:sp>
        <p:nvSpPr>
          <p:cNvPr id="14" name="Text Placeholder 22">
            <a:extLst>
              <a:ext uri="{EE77808A-756D-4618-BFDC-4BC254371880}">
                <a16:creationId xmlns:a16="http://schemas.microsoft.com/office/drawing/2010/main" id="{B35677B0-292A-4A46-BCE8-311D4D71AA11}"/>
              </a:ext>
            </a:extLst>
          </p:cNvPr>
          <p:cNvSpPr>
            <a:spLocks noGrp="true"/>
          </p:cNvSpPr>
          <p:nvPr>
            <p:ph idx="19" type="body"/>
          </p:nvPr>
        </p:nvSpPr>
        <p:spPr>
          <a:xfrm rot="0">
            <a:off x="3023483" y="566647"/>
            <a:ext cx="5491866" cy="383639"/>
          </a:xfrm>
        </p:spPr>
        <p:txBody>
          <a:bodyPr rtlCol="0">
            <a:noAutofit/>
          </a:bodyPr>
          <a:lstStyle>
            <a:lvl1pPr indent="0" lvl="0" marL="0">
              <a:lnSpc>
                <a:spcPct val="100000"/>
              </a:lnSpc>
              <a:buClr>
                <a:schemeClr val="accent3"/>
              </a:buClr>
              <a:buNone/>
              <a:defRPr b="1" dirty="0" lang="en-US" sz="1600">
                <a:solidFill>
                  <a:schemeClr val="accent2"/>
                </a:solidFill>
                <a:latin typeface="+mn-lt"/>
              </a:defRPr>
            </a:lvl1pPr>
            <a:lvl2pPr indent="0" lvl="1" marL="4572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2pPr>
            <a:lvl3pPr indent="0" lvl="2" marL="9144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3pPr>
            <a:lvl4pPr indent="0" lvl="3" marL="13716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4pPr>
            <a:lvl5pPr indent="0" lvl="4" marL="1828800">
              <a:lnSpc>
                <a:spcPct val="150000"/>
              </a:lnSpc>
              <a:buClr>
                <a:schemeClr val="accent3"/>
              </a:buClr>
              <a:buNone/>
              <a:defRPr dirty="0" lang="en-US" sz="2000"/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5" name="Picture Placeholder 5">
            <a:extLst>
              <a:ext uri="{F53C8701-4A75-4FD3-8A8A-827C3462F6D0}">
                <a16:creationId xmlns:a16="http://schemas.microsoft.com/office/drawing/2010/main" id="{3C88FD8C-21D3-479B-B1B7-CBFEA32BC546}"/>
              </a:ext>
            </a:extLst>
          </p:cNvPr>
          <p:cNvSpPr>
            <a:spLocks noGrp="true"/>
          </p:cNvSpPr>
          <p:nvPr>
            <p:ph idx="20" type="pic"/>
          </p:nvPr>
        </p:nvSpPr>
        <p:spPr>
          <a:xfrm rot="0">
            <a:off x="1458666" y="2305315"/>
            <a:ext cx="959643" cy="960834"/>
          </a:xfrm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6" name="Picture Placeholder 5">
            <a:extLst>
              <a:ext uri="{581EF347-A34C-4631-8A19-DEB0316032A3}">
                <a16:creationId xmlns:a16="http://schemas.microsoft.com/office/drawing/2010/main" id="{BD568343-0A67-4A02-9323-B7EA0F402D36}"/>
              </a:ext>
            </a:extLst>
          </p:cNvPr>
          <p:cNvSpPr>
            <a:spLocks noGrp="true"/>
          </p:cNvSpPr>
          <p:nvPr>
            <p:ph idx="21" type="pic"/>
          </p:nvPr>
        </p:nvSpPr>
        <p:spPr>
          <a:xfrm rot="0">
            <a:off x="4084560" y="2305315"/>
            <a:ext cx="959643" cy="960834"/>
          </a:xfrm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7" name="Picture Placeholder 5">
            <a:extLst>
              <a:ext uri="{DB6A5959-AE92-4EF4-BC29-A72517854ADA}">
                <a16:creationId xmlns:a16="http://schemas.microsoft.com/office/drawing/2010/main" id="{73063015-53A1-4BAB-9C82-DE323CD7BF52}"/>
              </a:ext>
            </a:extLst>
          </p:cNvPr>
          <p:cNvSpPr>
            <a:spLocks noGrp="true"/>
          </p:cNvSpPr>
          <p:nvPr>
            <p:ph idx="22" type="pic"/>
          </p:nvPr>
        </p:nvSpPr>
        <p:spPr>
          <a:xfrm rot="0">
            <a:off x="6718826" y="2305315"/>
            <a:ext cx="959643" cy="960834"/>
          </a:xfrm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hidden="false" id="18" name="Date Placeholder 1">
            <a:extLst>
              <a:ext uri="{788FA1B3-B39E-4877-BAF1-FA605A2CD77E}">
                <a16:creationId xmlns:a16="http://schemas.microsoft.com/office/drawing/2010/main" id="{CA83BD72-21FF-4665-9004-75DB516F9969}"/>
              </a:ext>
            </a:extLst>
          </p:cNvPr>
          <p:cNvSpPr>
            <a:spLocks noGrp="true"/>
          </p:cNvSpPr>
          <p:nvPr>
            <p:ph idx="23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19" name="Footer Placeholder 1">
            <a:extLst>
              <a:ext uri="{6596C4B7-0FA2-4236-97C7-9D5709199A65}">
                <a16:creationId xmlns:a16="http://schemas.microsoft.com/office/drawing/2010/main" id="{7299992E-D137-4532-AE4B-ED1877F24976}"/>
              </a:ext>
            </a:extLst>
          </p:cNvPr>
          <p:cNvSpPr>
            <a:spLocks noGrp="true"/>
          </p:cNvSpPr>
          <p:nvPr>
            <p:ph idx="24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</p:spTree>
    <p:extLst>
      <p:ext uri="{B970EFF6-0C92-4062-86B3-2C6319C12F3E}">
        <p14:creationId xmlns:p14="http://schemas.microsoft.com/office/powerpoint/2010/main" val="1713420158755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slideLayouts/slideLayout14.xml" Type="http://schemas.openxmlformats.org/officeDocument/2006/relationships/slideLayout"/><Relationship Id="rId15" Target="../slideLayouts/slideLayout15.xml" Type="http://schemas.openxmlformats.org/officeDocument/2006/relationships/slideLayout"/><Relationship Id="rId16" Target="../slideLayouts/slideLayout16.xml" Type="http://schemas.openxmlformats.org/officeDocument/2006/relationships/slideLayout"/><Relationship Id="rId17" Target="../slideLayouts/slideLayout17.xml" Type="http://schemas.openxmlformats.org/officeDocument/2006/relationships/slideLayout"/><Relationship Id="rId18" Target="../slideLayouts/slideLayout18.xml" Type="http://schemas.openxmlformats.org/officeDocument/2006/relationships/slideLayout"/><Relationship Id="rId19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5342C46E-71B7-4697-B14C-36767755E12B}">
                <a16:creationId xmlns:a16="http://schemas.microsoft.com/office/drawing/2010/main" id="{BF78C156-800A-4E1C-8E08-D66AF332E5F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28650" y="581565"/>
            <a:ext cx="7886700" cy="1046343"/>
          </a:xfrm>
          <a:prstGeom prst="rect">
            <a:avLst/>
          </a:prstGeom>
        </p:spPr>
        <p:txBody>
          <a:bodyPr anchor="t" bIns="91440" lIns="91440" rIns="91440" rtlCol="0" tIns="91440" vert="horz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90822C8A-EFF0-4A20-B8F8-AB15701907A2}">
                <a16:creationId xmlns:a16="http://schemas.microsoft.com/office/drawing/2010/main" id="{0C2FEC48-2B42-4572-9DA5-8CFE12FE748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628650" y="1627908"/>
            <a:ext cx="7886700" cy="3004813"/>
          </a:xfrm>
          <a:prstGeom prst="rect">
            <a:avLst/>
          </a:prstGeom>
        </p:spPr>
        <p:txBody>
          <a:bodyPr bIns="91440" lIns="91440" rIns="91440" rtlCol="0" tIns="91440" vert="horz">
            <a:no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7">
            <a:extLst>
              <a:ext uri="{50A36447-E2EA-423D-BA5E-4B38D9C10030}">
                <a16:creationId xmlns:a16="http://schemas.microsoft.com/office/drawing/2010/main" id="{FB520A58-8F6E-42B3-AFEB-9C025F04AC2F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accent2"/>
                </a:solidFill>
              </a:defRPr>
            </a:lvl1pPr>
          </a:lstStyle>
          <a:p>
            <a:pPr/>
            <a:fld id="{9BD0F6C9-A5EE-48E5-86D8-2DF4B664AE27}" type="slidenum"/>
            <a:endParaRPr dirty="0" lang="en-US"/>
          </a:p>
        </p:txBody>
      </p:sp>
      <p:sp>
        <p:nvSpPr>
          <p:cNvPr hidden="false" id="5" name="Footer Placeholder 1">
            <a:extLst>
              <a:ext uri="{EC28D7AE-A705-4F9E-B42E-4585BF8B1796}">
                <a16:creationId xmlns:a16="http://schemas.microsoft.com/office/drawing/2010/main" id="{88F31E64-E1DF-4E03-B7A7-3ABDF42D7885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6" name="Date Placeholder 1">
            <a:extLst>
              <a:ext uri="{CD5EF5D7-BCDA-4098-B598-CC43EDE5014A}">
                <a16:creationId xmlns:a16="http://schemas.microsoft.com/office/drawing/2010/main" id="{58F04809-101B-4F8E-BCB3-FED652EA9761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lang="en-US" sz="2800">
          <a:solidFill>
            <a:schemeClr val="tx1"/>
          </a:solidFill>
          <a:latin typeface="Bungee Inline"/>
        </a:defRPr>
      </a:lvl1pPr>
    </p:titleStyle>
    <p:bodyStyle>
      <a:lvl1pPr algn="l" indent="-228600" lvl="0" marL="228600" rtl="false">
        <a:lnSpc>
          <a:spcPct val="100000"/>
        </a:lnSpc>
        <a:spcBef>
          <a:spcPts val="1000"/>
        </a:spcBef>
        <a:buFont typeface="Arial"/>
        <a:buChar char="•"/>
        <a:defRPr dirty="0" lang="en-US" sz="1400">
          <a:solidFill>
            <a:schemeClr val="tx1"/>
          </a:solidFill>
          <a:latin typeface="+mn-lt"/>
        </a:defRPr>
      </a:lvl1pPr>
      <a:lvl2pPr algn="l" indent="-228600" lvl="1" marL="685800" rtl="false">
        <a:lnSpc>
          <a:spcPct val="100000"/>
        </a:lnSpc>
        <a:spcBef>
          <a:spcPts val="500"/>
        </a:spcBef>
        <a:buFont typeface="Arial"/>
        <a:buChar char="•"/>
        <a:defRPr dirty="0" lang="en-US" sz="2000">
          <a:solidFill>
            <a:schemeClr val="tx1"/>
          </a:solidFill>
          <a:latin typeface="+mn-lt"/>
        </a:defRPr>
      </a:lvl2pPr>
      <a:lvl3pPr algn="l" indent="-228600" lvl="2" marL="1143000" rtl="false">
        <a:lnSpc>
          <a:spcPct val="100000"/>
        </a:lnSpc>
        <a:spcBef>
          <a:spcPts val="500"/>
        </a:spcBef>
        <a:buFont typeface="Arial"/>
        <a:buChar char="•"/>
        <a:defRPr dirty="0" lang="en-US" sz="1800">
          <a:solidFill>
            <a:schemeClr val="tx1"/>
          </a:solidFill>
          <a:latin typeface="+mn-lt"/>
        </a:defRPr>
      </a:lvl3pPr>
      <a:lvl4pPr algn="l" indent="-228600" lvl="3" marL="1600200" rtl="false">
        <a:lnSpc>
          <a:spcPct val="100000"/>
        </a:lnSpc>
        <a:spcBef>
          <a:spcPts val="500"/>
        </a:spcBef>
        <a:buFont typeface="Arial"/>
        <a:buChar char="•"/>
        <a:defRPr dirty="0" lang="en-US" sz="1600">
          <a:solidFill>
            <a:schemeClr val="tx1"/>
          </a:solidFill>
          <a:latin typeface="+mn-lt"/>
        </a:defRPr>
      </a:lvl4pPr>
      <a:lvl5pPr algn="l" indent="-228600" lvl="4" marL="2057400" rtl="false">
        <a:lnSpc>
          <a:spcPct val="100000"/>
        </a:lnSpc>
        <a:spcBef>
          <a:spcPts val="500"/>
        </a:spcBef>
        <a:buFont typeface="Arial"/>
        <a:buChar char="•"/>
        <a:defRPr dirty="0" lang="en-US" sz="16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Font typeface="Arial"/>
        <a:buChar char="•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Font typeface="Arial"/>
        <a:buChar char="•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Font typeface="Arial"/>
        <a:buChar char="•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Font typeface="Arial"/>
        <a:buChar char="•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2" Target="../media/image15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10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2" Target="../media/image14.jpg" Type="http://schemas.openxmlformats.org/officeDocument/2006/relationships/image"/><Relationship Id="rId1" Target="../slideLayouts/slideLayout11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2">
            <a:extLst>
              <a:ext uri="{48049208-3385-4A14-9A49-AF5104816155}">
                <a16:creationId xmlns:a16="http://schemas.microsoft.com/office/drawing/2010/main" id="{B137AD58-7F42-45C3-B666-6337F0482726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b="0" dirty="0" err="1" lang="en-US" sz="2800">
                <a:latin typeface="Bungee"/>
              </a:rPr>
              <a:t>CGPA</a:t>
            </a:r>
            <a:r>
              <a:rPr b="0" dirty="0" lang="en-US" sz="2800">
                <a:latin typeface="Bungee"/>
              </a:rPr>
              <a:t> </a:t>
            </a:r>
          </a:p>
          <a:p>
            <a:pPr/>
            <a:r>
              <a:rPr b="0" dirty="0" lang="en-US" sz="2800">
                <a:latin typeface="Bungee"/>
              </a:rPr>
              <a:t>Calculator</a:t>
            </a:r>
            <a:endParaRPr b="0" dirty="0" lang="en-US" sz="2800">
              <a:latin typeface="Bungee"/>
            </a:endParaRPr>
          </a:p>
        </p:txBody>
      </p:sp>
      <p:sp>
        <p:nvSpPr>
          <p:cNvPr id="3" name="Subtitle 113">
            <a:extLst>
              <a:ext uri="{6769C670-D9A7-4ABE-8807-80411EFC1868}">
                <a16:creationId xmlns:a16="http://schemas.microsoft.com/office/drawing/2010/main" id="{A190C9AB-AD57-45EA-AA66-D5998AD5713D}"/>
              </a:ext>
            </a:extLst>
          </p:cNvPr>
          <p:cNvSpPr>
            <a:spLocks noGrp="true"/>
          </p:cNvSpPr>
          <p:nvPr>
            <p:ph idx="11" type="subTitle"/>
          </p:nvPr>
        </p:nvSpPr>
        <p:spPr>
          <a:xfrm rot="0">
            <a:off x="3754717" y="3449783"/>
            <a:ext cx="4760642" cy="1198892"/>
          </a:xfrm>
        </p:spPr>
        <p:txBody>
          <a:bodyPr rtlCol="0"/>
          <a:lstStyle/>
          <a:p>
            <a:pPr/>
            <a:r>
              <a:rPr b="0" dirty="0" lang="en-US" sz="1400">
                <a:latin typeface="Arial"/>
              </a:rPr>
              <a:t>This program calculates the Cumulative Grade Point Average (</a:t>
            </a:r>
            <a:r>
              <a:rPr b="0" dirty="0" err="1" lang="en-US" sz="1400">
                <a:latin typeface="Arial"/>
              </a:rPr>
              <a:t>CGPA</a:t>
            </a:r>
            <a:r>
              <a:rPr b="0" dirty="0" lang="en-US" sz="1400">
                <a:latin typeface="Arial"/>
              </a:rPr>
              <a:t>) for a variable number of subjects based on the marks obtained. It then displays the </a:t>
            </a:r>
            <a:r>
              <a:rPr b="0" dirty="0" err="1" lang="en-US" sz="1400">
                <a:latin typeface="Arial"/>
              </a:rPr>
              <a:t>CGPA</a:t>
            </a:r>
            <a:r>
              <a:rPr b="0" dirty="0" lang="en-US" sz="1400">
                <a:latin typeface="Arial"/>
              </a:rPr>
              <a:t> for each subject along with the total </a:t>
            </a:r>
            <a:r>
              <a:rPr b="0" dirty="0" err="1" lang="en-US" sz="1400">
                <a:latin typeface="Arial"/>
              </a:rPr>
              <a:t>CGPA</a:t>
            </a:r>
            <a:r>
              <a:rPr b="0" dirty="0" lang="en-US" sz="1400">
                <a:latin typeface="Arial"/>
              </a:rPr>
              <a:t> and overall result (Pass/Fail).</a:t>
            </a:r>
            <a:endParaRPr b="0" dirty="0" lang="en-US" sz="1400">
              <a:latin typeface="Arial"/>
            </a:endParaRPr>
          </a:p>
        </p:txBody>
      </p:sp>
      <p:sp>
        <p:nvSpPr>
          <p:cNvPr id="4" name="Text Placeholder 114">
            <a:extLst>
              <a:ext uri="{CE615729-2DAF-4F1B-9FE6-903C7B327F1C}">
                <a16:creationId xmlns:a16="http://schemas.microsoft.com/office/drawing/2010/main" id="{C89604D8-1FFE-4868-A414-C12015FDE13A}"/>
              </a:ext>
            </a:extLst>
          </p:cNvPr>
          <p:cNvSpPr>
            <a:spLocks noGrp="true"/>
          </p:cNvSpPr>
          <p:nvPr>
            <p:ph idx="12" type="body"/>
          </p:nvPr>
        </p:nvSpPr>
        <p:spPr/>
        <p:txBody>
          <a:bodyPr rtlCol="0"/>
          <a:lstStyle/>
          <a:p>
            <a:pPr/>
            <a:r>
              <a:rPr dirty="0" lang="en-US" sz="2000"/>
              <a:t>Welcome to...</a:t>
            </a:r>
            <a:endParaRPr dirty="0" lang="en-US" sz="2000"/>
          </a:p>
        </p:txBody>
      </p:sp>
    </p:spTree>
    <p:extLst>
      <p:ext uri="{E3AC5CBE-C29F-4AE3-B957-2223527C953F}">
        <p14:creationId xmlns:p14="http://schemas.microsoft.com/office/powerpoint/2010/main" val="1713420158761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>
            <a:extLst>
              <a:ext uri="{5BF79850-EDBA-462D-9FCE-803EA5102FDE}">
                <a16:creationId xmlns:a16="http://schemas.microsoft.com/office/drawing/2010/main" id="{057E2531-A07C-4B80-B231-E866CFF70772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b="1" dirty="0" lang="en-US">
                <a:latin typeface="Arial"/>
              </a:rPr>
              <a:t>How It Works?</a:t>
            </a:r>
            <a:endParaRPr b="1" dirty="0" lang="en-US">
              <a:latin typeface="Arial"/>
            </a:endParaRPr>
          </a:p>
        </p:txBody>
      </p:sp>
      <p:sp>
        <p:nvSpPr>
          <p:cNvPr id="3" name="Text Placeholder 21">
            <a:extLst>
              <a:ext uri="{549A99E9-7B59-49E4-A606-5F1AB6850B6B}">
                <a16:creationId xmlns:a16="http://schemas.microsoft.com/office/drawing/2010/main" id="{863DB505-762F-445F-B239-2F1282F3C486}"/>
              </a:ext>
            </a:extLst>
          </p:cNvPr>
          <p:cNvSpPr>
            <a:spLocks noGrp="true"/>
          </p:cNvSpPr>
          <p:nvPr>
            <p:ph idx="11" type="body"/>
          </p:nvPr>
        </p:nvSpPr>
        <p:spPr/>
        <p:txBody>
          <a:bodyPr rtlCol="0"/>
          <a:lstStyle/>
          <a:p>
            <a:pPr/>
            <a:r>
              <a:rPr dirty="0" lang="en-US" sz="1200">
                <a:latin typeface="Arial"/>
              </a:rPr>
              <a:t>User inputs the number of subjects and their respective marks (out of 100).</a:t>
            </a:r>
          </a:p>
          <a:p>
            <a:pPr/>
            <a:r>
              <a:rPr dirty="0" lang="en-US" sz="1200">
                <a:latin typeface="Arial"/>
              </a:rPr>
              <a:t>For each subject, the program calculates the </a:t>
            </a:r>
            <a:r>
              <a:rPr dirty="0" err="1" lang="en-US" sz="1200">
                <a:latin typeface="Arial"/>
              </a:rPr>
              <a:t>CGPA</a:t>
            </a:r>
            <a:r>
              <a:rPr dirty="0" lang="en-US" sz="1200">
                <a:latin typeface="Arial"/>
              </a:rPr>
              <a:t> using predefined criteria.</a:t>
            </a:r>
          </a:p>
          <a:p>
            <a:pPr/>
            <a:r>
              <a:rPr dirty="0" lang="en-US" sz="1200">
                <a:latin typeface="Arial"/>
              </a:rPr>
              <a:t>The </a:t>
            </a:r>
            <a:r>
              <a:rPr dirty="0" err="1" lang="en-US" sz="1200">
                <a:latin typeface="Arial"/>
              </a:rPr>
              <a:t>CGPA</a:t>
            </a:r>
            <a:r>
              <a:rPr dirty="0" lang="en-US" sz="1200">
                <a:latin typeface="Arial"/>
              </a:rPr>
              <a:t> for each subject is displayed along with the result (Pass/Fail).</a:t>
            </a:r>
          </a:p>
          <a:p>
            <a:pPr/>
            <a:r>
              <a:rPr dirty="0" lang="en-US" sz="1200">
                <a:latin typeface="Arial"/>
              </a:rPr>
              <a:t>The total </a:t>
            </a:r>
            <a:r>
              <a:rPr dirty="0" err="1" lang="en-US" sz="1200">
                <a:latin typeface="Arial"/>
              </a:rPr>
              <a:t>CGPA</a:t>
            </a:r>
            <a:r>
              <a:rPr dirty="0" lang="en-US" sz="1200">
                <a:latin typeface="Arial"/>
              </a:rPr>
              <a:t> is calculated as the average of </a:t>
            </a:r>
            <a:r>
              <a:rPr dirty="0" err="1" lang="en-US" sz="1200">
                <a:latin typeface="Arial"/>
              </a:rPr>
              <a:t>CGPAs</a:t>
            </a:r>
            <a:r>
              <a:rPr dirty="0" lang="en-US" sz="1200">
                <a:latin typeface="Arial"/>
              </a:rPr>
              <a:t> for all subjects.</a:t>
            </a:r>
          </a:p>
          <a:p>
            <a:pPr/>
            <a:r>
              <a:rPr dirty="0" lang="en-US" sz="1200">
                <a:latin typeface="Arial"/>
              </a:rPr>
              <a:t>The overall result (Pass/Fail) is determined based on the total </a:t>
            </a:r>
            <a:r>
              <a:rPr dirty="0" err="1" lang="en-US" sz="1200">
                <a:latin typeface="Arial"/>
              </a:rPr>
              <a:t>CGPA</a:t>
            </a:r>
            <a:r>
              <a:rPr dirty="0" lang="en-US" sz="1200">
                <a:latin typeface="Arial"/>
              </a:rPr>
              <a:t>.</a:t>
            </a:r>
            <a:endParaRPr dirty="0" lang="en-US" sz="1200">
              <a:latin typeface="Arial"/>
            </a:endParaRPr>
          </a:p>
        </p:txBody>
      </p:sp>
      <p:sp>
        <p:nvSpPr>
          <p:cNvPr id="4" name="Slide Number Placeholder 2">
            <a:extLst>
              <a:ext uri="{75ACE399-71B8-4F66-B186-4231EF0E8F1E}">
                <a16:creationId xmlns:a16="http://schemas.microsoft.com/office/drawing/2010/main" id="{71C9981E-014B-46EF-929B-72BA6AD2E87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/>
          <a:p>
            <a:pPr/>
            <a:fld id="{87B468C0-F5B4-4FED-9CF9-FAA1734F8330}" type="slidenum"/>
            <a:endParaRPr dirty="0" lang="en-US"/>
          </a:p>
        </p:txBody>
      </p:sp>
    </p:spTree>
    <p:extLst>
      <p:ext uri="{53D03485-D17E-47E7-9215-F88790B58D3D}">
        <p14:creationId xmlns:p14="http://schemas.microsoft.com/office/powerpoint/2010/main" val="1713420158763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5DE37D5-83E4-45A6-8ABE-93BFEFA8412B}">
                <a16:creationId xmlns:a16="http://schemas.microsoft.com/office/drawing/2010/main" id="{1FD5D438-F4D5-4E34-87E0-A99E25C62DF7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b="1" dirty="0" lang="en-US">
                <a:latin typeface="Arial"/>
              </a:rPr>
              <a:t>Code </a:t>
            </a:r>
          </a:p>
          <a:p>
            <a:pPr/>
            <a:r>
              <a:rPr b="1" dirty="0" lang="en-US">
                <a:latin typeface="Arial"/>
              </a:rPr>
              <a:t>Explanation</a:t>
            </a:r>
            <a:endParaRPr b="1" dirty="0" lang="en-US">
              <a:latin typeface="Arial"/>
            </a:endParaRPr>
          </a:p>
        </p:txBody>
      </p:sp>
      <p:sp>
        <p:nvSpPr>
          <p:cNvPr id="3" name="Content Placeholder 2">
            <a:extLst>
              <a:ext uri="{853649AE-387D-4563-9C50-9FD8B4F9ECB4}">
                <a16:creationId xmlns:a16="http://schemas.microsoft.com/office/drawing/2010/main" id="{C4839EED-5CB2-4310-94ED-2E929F42EC95}"/>
              </a:ext>
            </a:extLst>
          </p:cNvPr>
          <p:cNvSpPr>
            <a:spLocks noGrp="true"/>
          </p:cNvSpPr>
          <p:nvPr>
            <p:ph idx="12" type="body"/>
          </p:nvPr>
        </p:nvSpPr>
        <p:spPr>
          <a:xfrm rot="0">
            <a:off x="4494228" y="581567"/>
            <a:ext cx="4021121" cy="1040225"/>
          </a:xfrm>
        </p:spPr>
        <p:txBody>
          <a:bodyPr rtlCol="0"/>
          <a:lstStyle/>
          <a:p>
            <a:pPr/>
            <a:r>
              <a:rPr dirty="0" lang="en-US">
                <a:latin typeface="Arial"/>
              </a:rPr>
              <a:t>The provided C code has been updated to dynamically handle a variable number of subjects:</a:t>
            </a:r>
            <a:endParaRPr dirty="0" lang="en-US">
              <a:latin typeface="Arial"/>
            </a:endParaRPr>
          </a:p>
        </p:txBody>
      </p:sp>
      <p:sp>
        <p:nvSpPr>
          <p:cNvPr id="4" name="Slide Number Placeholder 5">
            <a:extLst>
              <a:ext uri="{BF69BB15-65FE-4055-B6C2-0DE50577E8FD}">
                <a16:creationId xmlns:a16="http://schemas.microsoft.com/office/drawing/2010/main" id="{467423C0-43E7-442B-884D-D9E706AA082C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EEE3A033-BA81-495D-B092-CF57853BBD34}" type="slidenum"/>
            <a:endParaRPr dirty="0" lang="en-US"/>
          </a:p>
        </p:txBody>
      </p:sp>
      <p:pic>
        <p:nvPicPr>
          <p:cNvPr id="5" name="">
            <a:extLst>
              <a:ext uri="{DF4583F7-E571-4C57-85CA-8563A326E5C1}">
                <a16:creationId xmlns:a16="http://schemas.microsoft.com/office/drawing/2010/main" id="{6AD899C4-1429-4049-9CB4-E1BEC0DFB2F0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5307263" y="1626812"/>
            <a:ext cx="2395061" cy="3135430"/>
          </a:xfrm>
          <a:prstGeom prst="rect">
            <a:avLst/>
          </a:prstGeom>
          <a:noFill/>
        </p:spPr>
      </p:pic>
    </p:spTree>
    <p:extLst>
      <p:ext uri="{10DDCFA0-D6DC-492E-ADFC-B194EFFD0C6A}">
        <p14:creationId xmlns:p14="http://schemas.microsoft.com/office/powerpoint/2010/main" val="1713420158766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CDC635A-3AB8-42A7-8124-42DCBD3F656A}">
                <a16:creationId xmlns:a16="http://schemas.microsoft.com/office/drawing/2010/main" id="{AD3D6CE9-ECE1-49D1-AE16-7049BE1F9E46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886365"/>
            <a:ext cx="3686522" cy="1047209"/>
          </a:xfrm>
        </p:spPr>
        <p:txBody>
          <a:bodyPr rtlCol="0"/>
          <a:lstStyle/>
          <a:p>
            <a:pPr/>
            <a:r>
              <a:rPr b="1" dirty="0" lang="en-US">
                <a:latin typeface="Arial"/>
              </a:rPr>
              <a:t>Function: </a:t>
            </a:r>
            <a:r>
              <a:rPr b="1" dirty="0" err="1" lang="en-US">
                <a:latin typeface="Arial"/>
              </a:rPr>
              <a:t>calculateSubjectCGPA</a:t>
            </a:r>
            <a:r>
              <a:rPr b="1" dirty="0" lang="en-US">
                <a:latin typeface="Arial"/>
              </a:rPr>
              <a:t>()</a:t>
            </a:r>
            <a:endParaRPr b="1" dirty="0" lang="en-US">
              <a:latin typeface="Arial"/>
            </a:endParaRPr>
          </a:p>
        </p:txBody>
      </p:sp>
      <p:sp>
        <p:nvSpPr>
          <p:cNvPr id="3" name="Text Placeholder 5">
            <a:extLst>
              <a:ext uri="{C1401626-90EB-4880-B26A-08C3F73FCBE1}">
                <a16:creationId xmlns:a16="http://schemas.microsoft.com/office/drawing/2010/main" id="{AE17FE9E-21A1-4073-8F2E-CB2995AC92F6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4324864" y="963215"/>
            <a:ext cx="4545520" cy="3248530"/>
          </a:xfrm>
          <a:solidFill>
            <a:schemeClr val="bg2"/>
          </a:solidFill>
          <a:ln cap="flat" w="0">
            <a:solidFill>
              <a:srgbClr val="b78b9b"/>
            </a:solidFill>
            <a:prstDash val="solid"/>
            <a:miter lim="800000"/>
          </a:ln>
        </p:spPr>
        <p:txBody>
          <a:bodyPr rtlCol="0"/>
          <a:lstStyle/>
          <a:p>
            <a:pPr/>
            <a:r>
              <a:rPr dirty="0" lang="en-US" sz="1000">
                <a:solidFill>
                  <a:schemeClr val="tx1"/>
                </a:solidFill>
                <a:latin typeface="Consolas"/>
              </a:rPr>
              <a:t>#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include &lt;stdio.h&gt;</a:t>
            </a:r>
            <a:br>
              <a:rPr dirty="0" lang="en-US" sz="1000">
                <a:solidFill>
                  <a:schemeClr val="tx1"/>
                </a:solidFill>
              </a:rPr>
            </a:b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// Calculate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 for a subject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float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calculateSubjectCGPA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(int marks)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if (marks &gt;= 90 &amp;&amp; marks &lt;= 100)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return 4.0;  // Highest grade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 else if (marks &gt;= 80 &amp;&amp; marks &lt; 90)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return 3.7;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 else if (marks &gt;= 70 &amp;&amp; marks &lt; 80)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return 3.3;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 else if (marks &gt;= 60 &amp;&amp; marks &lt; 70)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return 3.0;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 else if (marks &gt;= 50 &amp;&amp; marks &lt; 60)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return 2.7;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 else if (marks &gt;= 40 &amp;&amp; marks &lt; 50)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return 2.3;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 else {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return 0.0; // Returning 0.0 for failing marks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</a:t>
            </a:r>
            <a:br>
              <a:rPr dirty="0" lang="en-US" sz="1000">
                <a:solidFill>
                  <a:schemeClr val="tx1"/>
                </a:solidFill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}</a:t>
            </a:r>
            <a:endParaRPr dirty="0" lang="en-US" sz="100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4" name="Content Placeholder 2">
            <a:extLst>
              <a:ext uri="{B3C9F25D-EE6E-45E3-B564-9D5F952F0544}">
                <a16:creationId xmlns:a16="http://schemas.microsoft.com/office/drawing/2010/main" id="{7DE4A9CA-A15E-440D-A195-9A52F7C084BC}"/>
              </a:ext>
            </a:extLst>
          </p:cNvPr>
          <p:cNvSpPr>
            <a:spLocks noGrp="true"/>
          </p:cNvSpPr>
          <p:nvPr>
            <p:ph idx="15"/>
          </p:nvPr>
        </p:nvSpPr>
        <p:spPr>
          <a:xfrm rot="0">
            <a:off x="628650" y="2380560"/>
            <a:ext cx="3686175" cy="1560408"/>
          </a:xfrm>
        </p:spPr>
        <p:txBody>
          <a:bodyPr rtlCol="0"/>
          <a:lstStyle/>
          <a:p>
            <a:pPr/>
            <a:r>
              <a:rPr dirty="0" lang="en-US">
                <a:latin typeface="Arial"/>
              </a:rPr>
              <a:t>This function calculates the </a:t>
            </a:r>
            <a:r>
              <a:rPr dirty="0" err="1" lang="en-US">
                <a:latin typeface="Arial"/>
              </a:rPr>
              <a:t>CGPA</a:t>
            </a:r>
            <a:r>
              <a:rPr dirty="0" lang="en-US">
                <a:latin typeface="Arial"/>
              </a:rPr>
              <a:t> for a given subject based on the marks obtained.</a:t>
            </a:r>
            <a:endParaRPr dirty="0" lang="en-US">
              <a:latin typeface="Arial"/>
            </a:endParaRPr>
          </a:p>
        </p:txBody>
      </p:sp>
      <p:sp>
        <p:nvSpPr>
          <p:cNvPr id="5" name="Slide Number Placeholder 5">
            <a:extLst>
              <a:ext uri="{3FEAAA1B-6703-4D43-9511-AD89CB8E32A6}">
                <a16:creationId xmlns:a16="http://schemas.microsoft.com/office/drawing/2010/main" id="{EF905A28-7FF8-40E8-9E60-DC5A0B4F1D51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2DC31156-83B4-4BD6-85EC-8BDEF102231A}" type="slidenum"/>
            <a:endParaRPr dirty="0" lang="en-US"/>
          </a:p>
        </p:txBody>
      </p:sp>
    </p:spTree>
    <p:extLst>
      <p:ext uri="{C8312308-D58B-474B-8BC7-D649BA05A9EF}">
        <p14:creationId xmlns:p14="http://schemas.microsoft.com/office/powerpoint/2010/main" val="1713420158768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C491631-9A9F-47E1-9EAF-F66177BFA515}">
                <a16:creationId xmlns:a16="http://schemas.microsoft.com/office/drawing/2010/main" id="{1AE4A8BC-AE8D-4AAF-9D2A-E2C85BBFD548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1076865"/>
            <a:ext cx="3686522" cy="1047209"/>
          </a:xfrm>
        </p:spPr>
        <p:txBody>
          <a:bodyPr rtlCol="0"/>
          <a:lstStyle/>
          <a:p>
            <a:pPr/>
            <a:r>
              <a:rPr b="1" dirty="0" lang="en-US">
                <a:latin typeface="Arial"/>
              </a:rPr>
              <a:t>Function: </a:t>
            </a:r>
            <a:r>
              <a:rPr b="1" dirty="0" err="1" lang="en-US">
                <a:latin typeface="Arial"/>
              </a:rPr>
              <a:t>printSubjectResult</a:t>
            </a:r>
            <a:r>
              <a:rPr b="1" dirty="0" lang="en-US">
                <a:latin typeface="Arial"/>
              </a:rPr>
              <a:t>()</a:t>
            </a:r>
            <a:endParaRPr b="1" dirty="0" lang="en-US">
              <a:latin typeface="Arial"/>
            </a:endParaRPr>
          </a:p>
        </p:txBody>
      </p:sp>
      <p:sp>
        <p:nvSpPr>
          <p:cNvPr id="3" name="Text Placeholder 5">
            <a:extLst>
              <a:ext uri="{D2AEED45-B0ED-4EA8-8169-EABECD667B46}">
                <a16:creationId xmlns:a16="http://schemas.microsoft.com/office/drawing/2010/main" id="{4AF1196D-7394-4C97-9ABE-9CB881D277B8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4315168" y="1229172"/>
            <a:ext cx="4545520" cy="2414168"/>
          </a:xfrm>
          <a:solidFill>
            <a:schemeClr val="bg2"/>
          </a:solidFill>
          <a:ln cap="flat" w="0">
            <a:solidFill>
              <a:srgbClr val="b78b9b"/>
            </a:solidFill>
            <a:prstDash val="solid"/>
            <a:miter lim="800000"/>
          </a:ln>
        </p:spPr>
        <p:txBody>
          <a:bodyPr rtlCol="0"/>
          <a:lstStyle/>
          <a:p>
            <a:pPr/>
            <a:r>
              <a:rPr dirty="0" lang="en-US" sz="1000">
                <a:solidFill>
                  <a:schemeClr val="tx1"/>
                </a:solidFill>
                <a:latin typeface="Consolas"/>
              </a:rPr>
              <a:t>// 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Print subject result</a:t>
            </a:r>
            <a:br>
              <a:rPr dirty="0" lang="en-US" sz="1000">
                <a:solidFill>
                  <a:schemeClr val="tx1"/>
                </a:solidFill>
                <a:latin typeface="Consolas"/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void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printSubjectResult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(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const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 char*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subjectName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, float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) {</a:t>
            </a:r>
            <a:br>
              <a:rPr dirty="0" lang="en-US" sz="1000">
                <a:solidFill>
                  <a:schemeClr val="tx1"/>
                </a:solidFill>
                <a:latin typeface="Consolas"/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("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 for %s: %.2f",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subjectName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,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);</a:t>
            </a:r>
            <a:br>
              <a:rPr dirty="0" lang="en-US" sz="1000">
                <a:solidFill>
                  <a:schemeClr val="tx1"/>
                </a:solidFill>
                <a:latin typeface="Consolas"/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if (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 &lt; 2.0) {</a:t>
            </a:r>
            <a:br>
              <a:rPr dirty="0" lang="en-US" sz="1000">
                <a:solidFill>
                  <a:schemeClr val="tx1"/>
                </a:solidFill>
                <a:latin typeface="Consolas"/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   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(" - Fail"); // If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 is less than 2.0, student fails</a:t>
            </a:r>
            <a:br>
              <a:rPr dirty="0" lang="en-US" sz="1000">
                <a:solidFill>
                  <a:schemeClr val="tx1"/>
                </a:solidFill>
                <a:latin typeface="Consolas"/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}</a:t>
            </a:r>
            <a:br>
              <a:rPr dirty="0" lang="en-US" sz="1000">
                <a:solidFill>
                  <a:schemeClr val="tx1"/>
                </a:solidFill>
                <a:latin typeface="Consolas"/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    </a:t>
            </a:r>
            <a:r>
              <a:rPr dirty="0" err="1" lang="en-US" sz="10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1000">
                <a:solidFill>
                  <a:schemeClr val="tx1"/>
                </a:solidFill>
                <a:latin typeface="Consolas"/>
              </a:rPr>
              <a:t>("\n");</a:t>
            </a:r>
            <a:br>
              <a:rPr dirty="0" lang="en-US" sz="1000">
                <a:solidFill>
                  <a:schemeClr val="tx1"/>
                </a:solidFill>
                <a:latin typeface="Consolas"/>
              </a:rPr>
            </a:br>
            <a:r>
              <a:rPr dirty="0" lang="en-US" sz="1000">
                <a:solidFill>
                  <a:schemeClr val="tx1"/>
                </a:solidFill>
                <a:latin typeface="Consolas"/>
              </a:rPr>
              <a:t>}</a:t>
            </a:r>
            <a:endParaRPr dirty="0" lang="en-US" sz="100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4" name="Content Placeholder 2">
            <a:extLst>
              <a:ext uri="{482578CC-82B5-466E-BD2B-F1800C9DADFF}">
                <a16:creationId xmlns:a16="http://schemas.microsoft.com/office/drawing/2010/main" id="{C17FCFDB-B790-411E-A294-8E6D7B76DD42}"/>
              </a:ext>
            </a:extLst>
          </p:cNvPr>
          <p:cNvSpPr>
            <a:spLocks noGrp="true"/>
          </p:cNvSpPr>
          <p:nvPr>
            <p:ph idx="15"/>
          </p:nvPr>
        </p:nvSpPr>
        <p:spPr>
          <a:xfrm rot="0">
            <a:off x="628650" y="2151960"/>
            <a:ext cx="3686175" cy="1560408"/>
          </a:xfrm>
        </p:spPr>
        <p:txBody>
          <a:bodyPr rtlCol="0"/>
          <a:lstStyle/>
          <a:p>
            <a:pPr/>
            <a:r>
              <a:rPr dirty="0" lang="en-US">
                <a:latin typeface="Arial"/>
              </a:rPr>
              <a:t>This function prints the </a:t>
            </a:r>
            <a:r>
              <a:rPr dirty="0" err="1" lang="en-US">
                <a:latin typeface="Arial"/>
              </a:rPr>
              <a:t>CGPA</a:t>
            </a:r>
            <a:r>
              <a:rPr dirty="0" lang="en-US">
                <a:latin typeface="Arial"/>
              </a:rPr>
              <a:t> for a subject along with the subject name and whether the student has passed or failed.</a:t>
            </a:r>
            <a:endParaRPr dirty="0" lang="en-US">
              <a:latin typeface="Arial"/>
            </a:endParaRPr>
          </a:p>
        </p:txBody>
      </p:sp>
      <p:sp>
        <p:nvSpPr>
          <p:cNvPr id="5" name="Slide Number Placeholder 5">
            <a:extLst>
              <a:ext uri="{39808B48-1DCC-45CA-9D3C-C04AF9080774}">
                <a16:creationId xmlns:a16="http://schemas.microsoft.com/office/drawing/2010/main" id="{C6959A14-BEFC-447F-96AA-28B615BCCC4B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607AADB3-7F37-4A83-A958-1DADB69C849E}" type="slidenum"/>
            <a:endParaRPr dirty="0" lang="en-US"/>
          </a:p>
        </p:txBody>
      </p:sp>
    </p:spTree>
    <p:extLst>
      <p:ext uri="{7DC82D36-7010-4CDD-9CEF-8C1261BD8B7A}">
        <p14:creationId xmlns:p14="http://schemas.microsoft.com/office/powerpoint/2010/main" val="1713420158772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678A3A1-13ED-4557-B62D-9E5048B3B1B2}">
                <a16:creationId xmlns:a16="http://schemas.microsoft.com/office/drawing/2010/main" id="{B891746B-8102-4E7C-B761-0EA5DD6EF0DB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628650" y="1076865"/>
            <a:ext cx="3686522" cy="1047209"/>
          </a:xfrm>
        </p:spPr>
        <p:txBody>
          <a:bodyPr rtlCol="0"/>
          <a:lstStyle/>
          <a:p>
            <a:pPr/>
            <a:r>
              <a:rPr b="1" dirty="0" lang="en-US">
                <a:latin typeface="Arial"/>
              </a:rPr>
              <a:t>Main Function: main()</a:t>
            </a:r>
            <a:endParaRPr b="1" dirty="0" lang="en-US">
              <a:latin typeface="Arial"/>
            </a:endParaRPr>
          </a:p>
        </p:txBody>
      </p:sp>
      <p:sp>
        <p:nvSpPr>
          <p:cNvPr id="3" name="Text Placeholder 5">
            <a:extLst>
              <a:ext uri="{600DC4F3-BA61-401B-8FC0-EB6A9153842E}">
                <a16:creationId xmlns:a16="http://schemas.microsoft.com/office/drawing/2010/main" id="{731F99E6-3A6A-49B7-9DEA-9479F022F4FB}"/>
              </a:ext>
            </a:extLst>
          </p:cNvPr>
          <p:cNvSpPr>
            <a:spLocks noGrp="true"/>
          </p:cNvSpPr>
          <p:nvPr>
            <p:ph idx="14" type="body"/>
          </p:nvPr>
        </p:nvSpPr>
        <p:spPr>
          <a:xfrm rot="0">
            <a:off x="4200868" y="114671"/>
            <a:ext cx="4719885" cy="4926434"/>
          </a:xfrm>
          <a:solidFill>
            <a:schemeClr val="bg2"/>
          </a:solidFill>
          <a:ln cap="flat" w="0">
            <a:solidFill>
              <a:srgbClr val="b78b9b"/>
            </a:solidFill>
            <a:prstDash val="solid"/>
            <a:miter lim="800000"/>
          </a:ln>
        </p:spPr>
        <p:txBody>
          <a:bodyPr rtlCol="0"/>
          <a:lstStyle/>
          <a:p>
            <a:pPr/>
            <a:r>
              <a:rPr dirty="0" lang="en-US" sz="700">
                <a:solidFill>
                  <a:schemeClr val="tx1"/>
                </a:solidFill>
                <a:latin typeface="Consolas"/>
              </a:rPr>
              <a:t>int main() {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int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numSubjects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("Enter the number of subjects: ");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scanf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("%d", &amp;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numSubjects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if (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numSubjects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 &lt;= 0) {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("Invalid number of subjects. Please enter a positive number.\n");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return 1;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}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int marks[MAX_SUBJECTS];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float total_cgpa = 0.0;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int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anySubjectFailed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 = 0; // Flag to check if any subject is failed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// Input marks for each subject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for (int i = 0; i &lt;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numSubjects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; i++) {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("Enter marks for subject %d (out of 100): ", i + 1);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scanf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("%d", &amp;marks[i]);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float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 =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calculateSubjectCGPA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(marks[i]);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char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subjectName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[20];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sprintf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subjectName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, "Subject %d", i + 1);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printSubjectResult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subjectName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,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total_cgpa +=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// Check if subject is failed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if (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 &lt; 2.0) {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anySubjectFailed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 = 1; // Set the flag to indicate failure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}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}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// Calculate average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CGPA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if (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numSubjects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 &gt; 0) {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total_cgpa /=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numSubjects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}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// Display total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CGPA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("\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nTotal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CGPA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: %.2f", total_cgpa);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if (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anySubjectFailed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) {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 - Fail"); // If any subject is failed, display overall result as Fail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}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</a:t>
            </a:r>
            <a:r>
              <a:rPr dirty="0" err="1" lang="en-US" sz="700">
                <a:solidFill>
                  <a:schemeClr val="tx1"/>
                </a:solidFill>
                <a:latin typeface="Consolas"/>
              </a:rPr>
              <a:t>printf</a:t>
            </a:r>
            <a:r>
              <a:rPr dirty="0" lang="en-US" sz="700">
                <a:solidFill>
                  <a:schemeClr val="tx1"/>
                </a:solidFill>
                <a:latin typeface="Consolas"/>
              </a:rPr>
              <a:t>("\n");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    return 0;</a:t>
            </a:r>
            <a:br>
              <a:rPr dirty="0" lang="en-US" sz="700">
                <a:solidFill>
                  <a:schemeClr val="tx1"/>
                </a:solidFill>
                <a:latin typeface="Consolas"/>
              </a:rPr>
            </a:br>
            <a:r>
              <a:rPr dirty="0" lang="en-US" sz="700">
                <a:solidFill>
                  <a:schemeClr val="tx1"/>
                </a:solidFill>
                <a:latin typeface="Consolas"/>
              </a:rPr>
              <a:t>}</a:t>
            </a:r>
            <a:endParaRPr dirty="0" lang="en-US" sz="70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4" name="Content Placeholder 2">
            <a:extLst>
              <a:ext uri="{C50961C9-BCE5-44AB-B031-ED4915C507BB}">
                <a16:creationId xmlns:a16="http://schemas.microsoft.com/office/drawing/2010/main" id="{806822B4-21B8-4D07-B659-CDC0FCD3FC17}"/>
              </a:ext>
            </a:extLst>
          </p:cNvPr>
          <p:cNvSpPr>
            <a:spLocks noGrp="true"/>
          </p:cNvSpPr>
          <p:nvPr>
            <p:ph idx="15"/>
          </p:nvPr>
        </p:nvSpPr>
        <p:spPr>
          <a:xfrm rot="0">
            <a:off x="628650" y="2151960"/>
            <a:ext cx="3686175" cy="1560408"/>
          </a:xfrm>
        </p:spPr>
        <p:txBody>
          <a:bodyPr rtlCol="0"/>
          <a:lstStyle/>
          <a:p>
            <a:pPr/>
            <a:r>
              <a:rPr dirty="0" lang="en-US">
                <a:latin typeface="Arial"/>
              </a:rPr>
              <a:t>The main function orchestrates the entire process, taking input for the number of subjects and their marks, calculating </a:t>
            </a:r>
            <a:r>
              <a:rPr dirty="0" err="1" lang="en-US">
                <a:latin typeface="Arial"/>
              </a:rPr>
              <a:t>CGPA</a:t>
            </a:r>
            <a:r>
              <a:rPr dirty="0" lang="en-US">
                <a:latin typeface="Arial"/>
              </a:rPr>
              <a:t> for each subject, and then determining the overall result based on the total </a:t>
            </a:r>
            <a:r>
              <a:rPr dirty="0" err="1" lang="en-US">
                <a:latin typeface="Arial"/>
              </a:rPr>
              <a:t>CGPA</a:t>
            </a:r>
            <a:r>
              <a:rPr dirty="0" lang="en-US">
                <a:latin typeface="Arial"/>
              </a:rPr>
              <a:t>.</a:t>
            </a:r>
            <a:endParaRPr dirty="0" lang="en-US">
              <a:latin typeface="Arial"/>
            </a:endParaRPr>
          </a:p>
        </p:txBody>
      </p:sp>
      <p:sp>
        <p:nvSpPr>
          <p:cNvPr id="5" name="Slide Number Placeholder 5">
            <a:extLst>
              <a:ext uri="{ACDF841D-289E-4FBF-905F-CC91550D6FCC}">
                <a16:creationId xmlns:a16="http://schemas.microsoft.com/office/drawing/2010/main" id="{CD229338-BC19-4A24-AF9E-B41C9F2DA0BF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62B8556E-1203-4AEC-A58C-DCF60B31AC29}" type="slidenum"/>
            <a:endParaRPr dirty="0" lang="en-US"/>
          </a:p>
        </p:txBody>
      </p:sp>
    </p:spTree>
    <p:extLst>
      <p:ext uri="{115DE7BD-5E4B-42AA-842D-6BD4BE23D7DD}">
        <p14:creationId xmlns:p14="http://schemas.microsoft.com/office/powerpoint/2010/main" val="1713420158777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ED0B5B7-5094-4B4C-8DB0-379C7128C1D2}">
                <a16:creationId xmlns:a16="http://schemas.microsoft.com/office/drawing/2010/main" id="{CE95AE77-E098-4836-8406-CCFCEE86C0B5}"/>
              </a:ext>
            </a:extLst>
          </p:cNvPr>
          <p:cNvSpPr>
            <a:spLocks noGrp="true"/>
          </p:cNvSpPr>
          <p:nvPr>
            <p:ph idx="10" type="title"/>
          </p:nvPr>
        </p:nvSpPr>
        <p:spPr/>
        <p:txBody>
          <a:bodyPr rtlCol="0"/>
          <a:lstStyle/>
          <a:p>
            <a:pPr/>
            <a:r>
              <a:rPr b="1" dirty="0" lang="en-US">
                <a:latin typeface="Arial"/>
              </a:rPr>
              <a:t>Finally get</a:t>
            </a:r>
            <a:r>
              <a:rPr b="1" dirty="0" lang="en-US">
                <a:latin typeface="Arial"/>
              </a:rPr>
              <a:t> the</a:t>
            </a:r>
          </a:p>
          <a:p>
            <a:pPr/>
            <a:r>
              <a:rPr b="1" dirty="0" lang="en-US">
                <a:latin typeface="Arial"/>
              </a:rPr>
              <a:t>Result</a:t>
            </a:r>
            <a:endParaRPr b="1" dirty="0" lang="en-US">
              <a:latin typeface="Arial"/>
            </a:endParaRPr>
          </a:p>
        </p:txBody>
      </p:sp>
      <p:sp>
        <p:nvSpPr>
          <p:cNvPr id="3" name="Content Placeholder 2">
            <a:extLst>
              <a:ext uri="{F4FCD9A4-3F70-4D73-8C5F-01BC2FED5915}">
                <a16:creationId xmlns:a16="http://schemas.microsoft.com/office/drawing/2010/main" id="{886939F8-E59D-4E18-8DFA-9374735D6727}"/>
              </a:ext>
            </a:extLst>
          </p:cNvPr>
          <p:cNvSpPr>
            <a:spLocks noGrp="true"/>
          </p:cNvSpPr>
          <p:nvPr>
            <p:ph idx="12"/>
          </p:nvPr>
        </p:nvSpPr>
        <p:spPr/>
        <p:txBody>
          <a:bodyPr rtlCol="0"/>
          <a:lstStyle/>
          <a:p>
            <a:pPr/>
            <a:r>
              <a:rPr dirty="0" lang="en-US">
                <a:latin typeface="Arial"/>
              </a:rPr>
              <a:t>The output of the program will be displayed here, showing the </a:t>
            </a:r>
            <a:r>
              <a:rPr dirty="0" err="1" lang="en-US">
                <a:latin typeface="Arial"/>
              </a:rPr>
              <a:t>CGPA</a:t>
            </a:r>
            <a:r>
              <a:rPr dirty="0" lang="en-US">
                <a:latin typeface="Arial"/>
              </a:rPr>
              <a:t> for each subject and the overall </a:t>
            </a:r>
            <a:r>
              <a:rPr dirty="0" err="1" lang="en-US">
                <a:latin typeface="Arial"/>
              </a:rPr>
              <a:t>CGPA</a:t>
            </a:r>
            <a:r>
              <a:rPr dirty="0" lang="en-US">
                <a:latin typeface="Arial"/>
              </a:rPr>
              <a:t> along with the result (Pass/Fail).</a:t>
            </a:r>
            <a:endParaRPr dirty="0" lang="en-US">
              <a:latin typeface="Arial"/>
            </a:endParaRPr>
          </a:p>
        </p:txBody>
      </p:sp>
      <p:sp>
        <p:nvSpPr>
          <p:cNvPr id="4" name="Slide Number Placeholder 5">
            <a:extLst>
              <a:ext uri="{15F5071B-364E-4EEE-BE90-4656FC267C58}">
                <a16:creationId xmlns:a16="http://schemas.microsoft.com/office/drawing/2010/main" id="{142DB8F6-7A3B-4DDF-99AA-A48AA32E47DA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E4F901E7-BF59-4FB7-AB6C-12797ABF2EF8}" type="slidenum"/>
            <a:endParaRPr dirty="0" lang="en-US"/>
          </a:p>
        </p:txBody>
      </p:sp>
    </p:spTree>
    <p:extLst>
      <p:ext uri="{37D3DA4D-5B48-4F6B-8A23-CC623E54B0B7}">
        <p14:creationId xmlns:p14="http://schemas.microsoft.com/office/powerpoint/2010/main" val="1713420158781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8845950-7683-4634-A8A0-129EB1203784}">
                <a16:creationId xmlns:a16="http://schemas.microsoft.com/office/drawing/2010/main" id="{82E7C9E9-858C-48FC-94E3-5EE29A11625A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309695" y="581567"/>
            <a:ext cx="4350362" cy="620868"/>
          </a:xfrm>
        </p:spPr>
        <p:txBody>
          <a:bodyPr rtlCol="0"/>
          <a:lstStyle/>
          <a:p>
            <a:pPr/>
            <a:r>
              <a:rPr dirty="0" lang="en-US"/>
              <a:t>ABOUT THE PROJECT</a:t>
            </a:r>
            <a:endParaRPr dirty="0" lang="en-US"/>
          </a:p>
        </p:txBody>
      </p:sp>
      <p:sp>
        <p:nvSpPr>
          <p:cNvPr id="3" name="Content Placeholder 2">
            <a:extLst>
              <a:ext uri="{529D472A-CA9C-4B0B-9BD3-065B352CEA46}">
                <a16:creationId xmlns:a16="http://schemas.microsoft.com/office/drawing/2010/main" id="{05562887-8FC5-42DE-AC81-A8ACF1D3FB99}"/>
              </a:ext>
            </a:extLst>
          </p:cNvPr>
          <p:cNvSpPr>
            <a:spLocks noGrp="true"/>
          </p:cNvSpPr>
          <p:nvPr>
            <p:ph idx="12"/>
          </p:nvPr>
        </p:nvSpPr>
        <p:spPr/>
        <p:txBody>
          <a:bodyPr rtlCol="0"/>
          <a:lstStyle/>
          <a:p>
            <a:pPr/>
            <a:r>
              <a:rPr dirty="0" lang="en-US">
                <a:latin typeface="Söhne"/>
              </a:rPr>
              <a:t>The </a:t>
            </a:r>
            <a:r>
              <a:rPr dirty="0" err="1" lang="en-US">
                <a:latin typeface="Söhne"/>
              </a:rPr>
              <a:t>CGPA</a:t>
            </a:r>
            <a:r>
              <a:rPr dirty="0" lang="en-US">
                <a:latin typeface="Söhne"/>
              </a:rPr>
              <a:t> Calculator is a simple program written in C that calculates the Cumulative Grade Point Average (</a:t>
            </a:r>
            <a:r>
              <a:rPr dirty="0" err="1" lang="en-US">
                <a:latin typeface="Söhne"/>
              </a:rPr>
              <a:t>CGPA</a:t>
            </a:r>
            <a:r>
              <a:rPr dirty="0" lang="en-US">
                <a:latin typeface="Söhne"/>
              </a:rPr>
              <a:t>) for a variable number of subjects based on the marks obtained by the user. </a:t>
            </a:r>
          </a:p>
          <a:p>
            <a:pPr/>
            <a:r>
              <a:rPr dirty="0" lang="en-US">
                <a:latin typeface="Söhne"/>
              </a:rPr>
              <a:t>The program allows the user to input marks for each subject (out of 100) and calculates the </a:t>
            </a:r>
            <a:r>
              <a:rPr dirty="0" err="1" lang="en-US">
                <a:latin typeface="Söhne"/>
              </a:rPr>
              <a:t>CGPA</a:t>
            </a:r>
            <a:r>
              <a:rPr dirty="0" lang="en-US">
                <a:latin typeface="Söhne"/>
              </a:rPr>
              <a:t> for each subject using predefined grading criteria. It then displays the </a:t>
            </a:r>
            <a:r>
              <a:rPr dirty="0" err="1" lang="en-US">
                <a:latin typeface="Söhne"/>
              </a:rPr>
              <a:t>CGPA</a:t>
            </a:r>
            <a:r>
              <a:rPr dirty="0" lang="en-US">
                <a:latin typeface="Söhne"/>
              </a:rPr>
              <a:t> for each subject along with the overall </a:t>
            </a:r>
            <a:r>
              <a:rPr dirty="0" err="1" lang="en-US">
                <a:latin typeface="Söhne"/>
              </a:rPr>
              <a:t>CGPA</a:t>
            </a:r>
            <a:r>
              <a:rPr dirty="0" lang="en-US">
                <a:latin typeface="Söhne"/>
              </a:rPr>
              <a:t> and determines whether the student has passed or failed based on the </a:t>
            </a:r>
            <a:r>
              <a:rPr dirty="0" err="1" lang="en-US">
                <a:latin typeface="Söhne"/>
              </a:rPr>
              <a:t>CGPA</a:t>
            </a:r>
            <a:r>
              <a:rPr dirty="0" lang="en-US">
                <a:latin typeface="Söhne"/>
              </a:rPr>
              <a:t>.</a:t>
            </a:r>
            <a:endParaRPr dirty="0" lang="en-US">
              <a:latin typeface="Söhne"/>
            </a:endParaRPr>
          </a:p>
        </p:txBody>
      </p:sp>
      <p:pic>
        <p:nvPicPr>
          <p:cNvPr descr="A person using a computer&#10;&#10;Description automatically generated" id="4" name="Picture Placeholder 11">
            <a:extLst>
              <a:ext uri="{92958FAA-1991-4E01-A402-23106BAE4879}">
                <a16:creationId xmlns:a16="http://schemas.microsoft.com/office/drawing/2010/main" id="{008A5ED7-5F73-470A-8F7A-BD4D57EAEEB1}"/>
              </a:ext>
            </a:extLst>
          </p:cNvPr>
          <p:cNvPicPr>
            <a:picLocks noChangeAspect="true" noGrp="true"/>
          </p:cNvPicPr>
          <p:nvPr>
            <p:ph idx="13" type="pic"/>
          </p:nvPr>
        </p:nvPicPr>
        <p:blipFill>
          <a:blip r:embed="rId2"/>
          <a:srcRect l="16732" r="16732"/>
          <a:stretch>
            <a:fillRect/>
          </a:stretch>
        </p:blipFill>
        <p:spPr>
          <a:xfrm rot="0">
            <a:off x="993276" y="1622758"/>
            <a:ext cx="2751503" cy="2751503"/>
          </a:xfrm>
          <a:noFill/>
        </p:spPr>
      </p:pic>
      <p:sp>
        <p:nvSpPr>
          <p:cNvPr id="5" name="Slide Number Placeholder 5">
            <a:extLst>
              <a:ext uri="{09263F9E-3166-48B9-A91A-5C77452A4712}">
                <a16:creationId xmlns:a16="http://schemas.microsoft.com/office/drawing/2010/main" id="{8F149CB9-CCD9-433C-A1C7-095067E99B47}"/>
              </a:ext>
            </a:extLst>
          </p:cNvPr>
          <p:cNvSpPr>
            <a:spLocks noGrp="true"/>
          </p:cNvSpPr>
          <p:nvPr>
            <p:ph idx="11" sz="quarter" type="sldNum"/>
          </p:nvPr>
        </p:nvSpPr>
        <p:spPr>
          <a:xfrm rot="0">
            <a:off x="6457950" y="4767262"/>
            <a:ext cx="2057400" cy="273843"/>
          </a:xfrm>
          <a:prstGeom prst="rect">
            <a:avLst/>
          </a:prstGeom>
        </p:spPr>
        <p:txBody>
          <a:bodyPr rtlCol="0"/>
          <a:lstStyle>
            <a:lvl1pPr lvl="0">
              <a:defRPr dirty="0" lang="en-US">
                <a:solidFill>
                  <a:schemeClr val="accent2"/>
                </a:solidFill>
              </a:defRPr>
            </a:lvl1pPr>
          </a:lstStyle>
          <a:p>
            <a:pPr/>
            <a:fld id="{CCAFAC7C-E088-40EE-A4F1-CB7D801A9DFA}" type="slidenum"/>
            <a:endParaRPr dirty="0" lang="en-US"/>
          </a:p>
        </p:txBody>
      </p:sp>
    </p:spTree>
    <p:extLst>
      <p:ext uri="{7E820D83-F92A-4CC4-8B2D-807684197E8F}">
        <p14:creationId xmlns:p14="http://schemas.microsoft.com/office/powerpoint/2010/main" val="1713420158783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E7B6354-0729-4A32-AD10-033EC04899AD}">
                <a16:creationId xmlns:a16="http://schemas.microsoft.com/office/drawing/2010/main" id="{B51CE4E2-F511-4AE7-B6C8-A31F39F99F87}"/>
              </a:ext>
            </a:extLst>
          </p:cNvPr>
          <p:cNvSpPr>
            <a:spLocks noGrp="true"/>
          </p:cNvSpPr>
          <p:nvPr>
            <p:ph idx="10" type="title"/>
          </p:nvPr>
        </p:nvSpPr>
        <p:spPr>
          <a:xfrm rot="0">
            <a:off x="3755231" y="1477489"/>
            <a:ext cx="4760116" cy="901510"/>
          </a:xfrm>
        </p:spPr>
        <p:txBody>
          <a:bodyPr rtlCol="0"/>
          <a:lstStyle/>
          <a:p>
            <a:pPr algn="ctr"/>
            <a:r>
              <a:rPr dirty="0" lang="en-US" sz="4000"/>
              <a:t>QA</a:t>
            </a:r>
            <a:endParaRPr dirty="0" lang="en-US" sz="4000"/>
          </a:p>
        </p:txBody>
      </p:sp>
      <p:sp>
        <p:nvSpPr>
          <p:cNvPr id="3" name="Content Placeholder 2">
            <a:extLst>
              <a:ext uri="{884A1A5F-EC3D-4C83-9B3B-28271548C51D}">
                <a16:creationId xmlns:a16="http://schemas.microsoft.com/office/drawing/2010/main" id="{004B8327-2C4B-4C0F-A4DC-C86E0611A11A}"/>
              </a:ext>
            </a:extLst>
          </p:cNvPr>
          <p:cNvSpPr>
            <a:spLocks noGrp="true"/>
          </p:cNvSpPr>
          <p:nvPr>
            <p:ph idx="11" type="subTitle"/>
          </p:nvPr>
        </p:nvSpPr>
        <p:spPr>
          <a:xfrm rot="0">
            <a:off x="3754964" y="2607163"/>
            <a:ext cx="4760640" cy="858578"/>
          </a:xfrm>
        </p:spPr>
        <p:txBody>
          <a:bodyPr rtlCol="0"/>
          <a:lstStyle/>
          <a:p>
            <a:pPr algn="ctr"/>
            <a:r>
              <a:rPr dirty="0" lang="en-US"/>
              <a:t>\\\---- THE END ----\\\</a:t>
            </a:r>
            <a:endParaRPr dirty="0" lang="en-US"/>
          </a:p>
        </p:txBody>
      </p:sp>
    </p:spTree>
    <p:extLst>
      <p:ext uri="{F41B5173-7F47-495D-B27E-7329EF184334}">
        <p14:creationId xmlns:p14="http://schemas.microsoft.com/office/powerpoint/2010/main" val="1713420158786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Software">
      <a:dk1>
        <a:srgbClr val="181b26"/>
      </a:dk1>
      <a:lt1>
        <a:srgbClr val="ffffff"/>
      </a:lt1>
      <a:dk2>
        <a:srgbClr val="1f2740"/>
      </a:dk2>
      <a:lt2>
        <a:srgbClr val="e7e6e6"/>
      </a:lt2>
      <a:accent1>
        <a:srgbClr val="f9bed4"/>
      </a:accent1>
      <a:accent2>
        <a:srgbClr val="c394f2"/>
      </a:accent2>
      <a:accent3>
        <a:srgbClr val="05d9c0"/>
      </a:accent3>
      <a:accent4>
        <a:srgbClr val="2940cc"/>
      </a:accent4>
      <a:accent5>
        <a:srgbClr val="181b26"/>
      </a:accent5>
      <a:accent6>
        <a:srgbClr val="1f2740"/>
      </a:accent6>
      <a:hlink>
        <a:srgbClr val="2940cc"/>
      </a:hlink>
      <a:folHlink>
        <a:srgbClr val="c394f2"/>
      </a:folHlink>
    </a:clrScheme>
    <a:fontScheme name="Custom 3">
      <a:majorFont>
        <a:latin typeface="Bungee"/>
        <a:ea typeface=""/>
        <a:cs typeface=""/>
      </a:majorFont>
      <a:minorFont>
        <a:latin typeface="Titillium We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6350">
          <a:solidFill>
            <a:schemeClr val="phClr"/>
          </a:solidFill>
          <a:prstDash val="solid"/>
          <a:miter lim="800000"/>
        </a:ln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Software">
      <a:dk1>
        <a:srgbClr val="181b26"/>
      </a:dk1>
      <a:lt1>
        <a:srgbClr val="ffffff"/>
      </a:lt1>
      <a:dk2>
        <a:srgbClr val="1f2740"/>
      </a:dk2>
      <a:lt2>
        <a:srgbClr val="e7e6e6"/>
      </a:lt2>
      <a:accent1>
        <a:srgbClr val="f9bed4"/>
      </a:accent1>
      <a:accent2>
        <a:srgbClr val="c394f2"/>
      </a:accent2>
      <a:accent3>
        <a:srgbClr val="05d9c0"/>
      </a:accent3>
      <a:accent4>
        <a:srgbClr val="2940cc"/>
      </a:accent4>
      <a:accent5>
        <a:srgbClr val="181b26"/>
      </a:accent5>
      <a:accent6>
        <a:srgbClr val="1f2740"/>
      </a:accent6>
      <a:hlink>
        <a:srgbClr val="2940cc"/>
      </a:hlink>
      <a:folHlink>
        <a:srgbClr val="c394f2"/>
      </a:folHlink>
    </a:clrScheme>
    <a:fontScheme name="Custom 3">
      <a:majorFont>
        <a:latin typeface="Bungee"/>
        <a:ea typeface=""/>
        <a:cs typeface=""/>
      </a:majorFont>
      <a:minorFont>
        <a:latin typeface="Titillium We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6350">
          <a:solidFill>
            <a:schemeClr val="phClr"/>
          </a:solidFill>
          <a:prstDash val="solid"/>
          <a:miter lim="800000"/>
        </a:ln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2024-04-17T21:16:17Z</dcterms:created>
  <dcterms:modified xsi:type="dcterms:W3CDTF">2024-04-17T23:01:21Z</dcterms:modified>
</cp:coreProperties>
</file>